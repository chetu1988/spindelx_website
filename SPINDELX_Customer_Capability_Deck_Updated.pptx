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B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D8DF9-39C4-4F16-8DBD-15C50EA2E5F9}" v="14" dt="2026-06-12T19:35:14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an Somashekar" userId="f8ccf0badff8459a" providerId="LiveId" clId="{79A7BC3F-C9B8-443F-92F8-E254150F08B1}"/>
    <pc:docChg chg="undo redo custSel addSld delSld modSld modMainMaster">
      <pc:chgData name="Chetan Somashekar" userId="f8ccf0badff8459a" providerId="LiveId" clId="{79A7BC3F-C9B8-443F-92F8-E254150F08B1}" dt="2026-06-12T19:35:23.665" v="670" actId="14100"/>
      <pc:docMkLst>
        <pc:docMk/>
      </pc:docMkLst>
      <pc:sldChg chg="addSp delSp modSp mod">
        <pc:chgData name="Chetan Somashekar" userId="f8ccf0badff8459a" providerId="LiveId" clId="{79A7BC3F-C9B8-443F-92F8-E254150F08B1}" dt="2026-06-12T19:24:32.221" v="560" actId="20577"/>
        <pc:sldMkLst>
          <pc:docMk/>
          <pc:sldMk cId="0" sldId="256"/>
        </pc:sldMkLst>
        <pc:spChg chg="mod">
          <ac:chgData name="Chetan Somashekar" userId="f8ccf0badff8459a" providerId="LiveId" clId="{79A7BC3F-C9B8-443F-92F8-E254150F08B1}" dt="2026-06-12T19:24:32.221" v="560" actId="20577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1:35.055" v="216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5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1T20:42:19.101" v="238" actId="47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1:09:28.394" v="456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0:34:05.499" v="120" actId="20577"/>
          <ac:spMkLst>
            <pc:docMk/>
            <pc:sldMk cId="0" sldId="256"/>
            <ac:spMk id="19" creationId="{00000000-0000-0000-0000-000000000000}"/>
          </ac:spMkLst>
        </pc:spChg>
        <pc:picChg chg="add del mod">
          <ac:chgData name="Chetan Somashekar" userId="f8ccf0badff8459a" providerId="LiveId" clId="{79A7BC3F-C9B8-443F-92F8-E254150F08B1}" dt="2026-06-11T20:34:56.657" v="130" actId="1076"/>
          <ac:picMkLst>
            <pc:docMk/>
            <pc:sldMk cId="0" sldId="256"/>
            <ac:picMk id="3" creationId="{45811503-D0ED-D581-BF67-9EA0075C6F80}"/>
          </ac:picMkLst>
        </pc:picChg>
        <pc:picChg chg="mod">
          <ac:chgData name="Chetan Somashekar" userId="f8ccf0badff8459a" providerId="LiveId" clId="{79A7BC3F-C9B8-443F-92F8-E254150F08B1}" dt="2026-06-11T20:42:47.861" v="242" actId="1076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mod modClrScheme chgLayout">
        <pc:chgData name="Chetan Somashekar" userId="f8ccf0badff8459a" providerId="LiveId" clId="{79A7BC3F-C9B8-443F-92F8-E254150F08B1}" dt="2026-06-12T19:27:46" v="636" actId="108"/>
        <pc:sldMkLst>
          <pc:docMk/>
          <pc:sldMk cId="0" sldId="258"/>
        </pc:sldMkLst>
        <pc:spChg chg="add mod">
          <ac:chgData name="Chetan Somashekar" userId="f8ccf0badff8459a" providerId="LiveId" clId="{79A7BC3F-C9B8-443F-92F8-E254150F08B1}" dt="2026-06-12T19:26:52.435" v="633" actId="1076"/>
          <ac:spMkLst>
            <pc:docMk/>
            <pc:sldMk cId="0" sldId="258"/>
            <ac:spMk id="3" creationId="{008A8E69-B0E8-E635-C02A-840C9614EF36}"/>
          </ac:spMkLst>
        </pc:spChg>
        <pc:spChg chg="mod">
          <ac:chgData name="Chetan Somashekar" userId="f8ccf0badff8459a" providerId="LiveId" clId="{79A7BC3F-C9B8-443F-92F8-E254150F08B1}" dt="2026-06-12T19:26:25.285" v="631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6:01.939" v="599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6:19.219" v="625" actId="20577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2T19:26:36.775" v="632" actId="478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Chetan Somashekar" userId="f8ccf0badff8459a" providerId="LiveId" clId="{79A7BC3F-C9B8-443F-92F8-E254150F08B1}" dt="2026-06-12T19:26:36.775" v="632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Chetan Somashekar" userId="f8ccf0badff8459a" providerId="LiveId" clId="{79A7BC3F-C9B8-443F-92F8-E254150F08B1}" dt="2026-06-11T20:27:43.652" v="84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Chetan Somashekar" userId="f8ccf0badff8459a" providerId="LiveId" clId="{79A7BC3F-C9B8-443F-92F8-E254150F08B1}" dt="2026-06-11T20:27:43.652" v="84" actId="478"/>
          <ac:spMkLst>
            <pc:docMk/>
            <pc:sldMk cId="0" sldId="258"/>
            <ac:spMk id="20" creationId="{00000000-0000-0000-0000-000000000000}"/>
          </ac:spMkLst>
        </pc:spChg>
        <pc:spChg chg="add mod">
          <ac:chgData name="Chetan Somashekar" userId="f8ccf0badff8459a" providerId="LiveId" clId="{79A7BC3F-C9B8-443F-92F8-E254150F08B1}" dt="2026-06-12T19:26:52.435" v="633" actId="1076"/>
          <ac:spMkLst>
            <pc:docMk/>
            <pc:sldMk cId="0" sldId="258"/>
            <ac:spMk id="20" creationId="{74AAC7BF-401A-C30C-FCC7-DD9301738460}"/>
          </ac:spMkLst>
        </pc:spChg>
        <pc:spChg chg="del">
          <ac:chgData name="Chetan Somashekar" userId="f8ccf0badff8459a" providerId="LiveId" clId="{79A7BC3F-C9B8-443F-92F8-E254150F08B1}" dt="2026-06-11T20:27:43.652" v="84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Chetan Somashekar" userId="f8ccf0badff8459a" providerId="LiveId" clId="{79A7BC3F-C9B8-443F-92F8-E254150F08B1}" dt="2026-06-11T20:27:43.652" v="84" actId="478"/>
          <ac:spMkLst>
            <pc:docMk/>
            <pc:sldMk cId="0" sldId="258"/>
            <ac:spMk id="22" creationId="{00000000-0000-0000-0000-000000000000}"/>
          </ac:spMkLst>
        </pc:spChg>
        <pc:spChg chg="add mod">
          <ac:chgData name="Chetan Somashekar" userId="f8ccf0badff8459a" providerId="LiveId" clId="{79A7BC3F-C9B8-443F-92F8-E254150F08B1}" dt="2026-06-12T19:26:52.435" v="633" actId="1076"/>
          <ac:spMkLst>
            <pc:docMk/>
            <pc:sldMk cId="0" sldId="258"/>
            <ac:spMk id="22" creationId="{8C6109A0-7DB2-113F-7656-0F604A845876}"/>
          </ac:spMkLst>
        </pc:spChg>
        <pc:spChg chg="add mod">
          <ac:chgData name="Chetan Somashekar" userId="f8ccf0badff8459a" providerId="LiveId" clId="{79A7BC3F-C9B8-443F-92F8-E254150F08B1}" dt="2026-06-12T19:27:46" v="636" actId="108"/>
          <ac:spMkLst>
            <pc:docMk/>
            <pc:sldMk cId="0" sldId="258"/>
            <ac:spMk id="24" creationId="{7810BB12-F077-A143-2A8C-0CFD99B93AF5}"/>
          </ac:spMkLst>
        </pc:spChg>
        <pc:picChg chg="del mod ord">
          <ac:chgData name="Chetan Somashekar" userId="f8ccf0badff8459a" providerId="LiveId" clId="{79A7BC3F-C9B8-443F-92F8-E254150F08B1}" dt="2026-06-11T20:32:46.435" v="112" actId="478"/>
          <ac:picMkLst>
            <pc:docMk/>
            <pc:sldMk cId="0" sldId="258"/>
            <ac:picMk id="2" creationId="{00000000-0000-0000-0000-000000000000}"/>
          </ac:picMkLst>
        </pc:picChg>
      </pc:sldChg>
      <pc:sldChg chg="addSp delSp modSp mod">
        <pc:chgData name="Chetan Somashekar" userId="f8ccf0badff8459a" providerId="LiveId" clId="{79A7BC3F-C9B8-443F-92F8-E254150F08B1}" dt="2026-06-12T19:34:30.012" v="666" actId="1076"/>
        <pc:sldMkLst>
          <pc:docMk/>
          <pc:sldMk cId="0" sldId="259"/>
        </pc:sldMkLst>
        <pc:spChg chg="mod">
          <ac:chgData name="Chetan Somashekar" userId="f8ccf0badff8459a" providerId="LiveId" clId="{79A7BC3F-C9B8-443F-92F8-E254150F08B1}" dt="2026-06-12T19:23:34.432" v="546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3:34.432" v="546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3:15.141" v="543" actId="255"/>
          <ac:spMkLst>
            <pc:docMk/>
            <pc:sldMk cId="0" sldId="259"/>
            <ac:spMk id="20" creationId="{00000000-0000-0000-0000-000000000000}"/>
          </ac:spMkLst>
        </pc:spChg>
        <pc:picChg chg="add del mod">
          <ac:chgData name="Chetan Somashekar" userId="f8ccf0badff8459a" providerId="LiveId" clId="{79A7BC3F-C9B8-443F-92F8-E254150F08B1}" dt="2026-06-12T19:34:30.012" v="666" actId="1076"/>
          <ac:picMkLst>
            <pc:docMk/>
            <pc:sldMk cId="0" sldId="259"/>
            <ac:picMk id="5" creationId="{00000000-0000-0000-0000-000000000000}"/>
          </ac:picMkLst>
        </pc:picChg>
        <pc:picChg chg="add del mod">
          <ac:chgData name="Chetan Somashekar" userId="f8ccf0badff8459a" providerId="LiveId" clId="{79A7BC3F-C9B8-443F-92F8-E254150F08B1}" dt="2026-06-11T20:53:38.801" v="308" actId="478"/>
          <ac:picMkLst>
            <pc:docMk/>
            <pc:sldMk cId="0" sldId="259"/>
            <ac:picMk id="21" creationId="{92199F85-2EE2-66DD-095A-E9A37C71F1ED}"/>
          </ac:picMkLst>
        </pc:picChg>
        <pc:picChg chg="add del mod">
          <ac:chgData name="Chetan Somashekar" userId="f8ccf0badff8459a" providerId="LiveId" clId="{79A7BC3F-C9B8-443F-92F8-E254150F08B1}" dt="2026-06-11T20:55:50.083" v="318" actId="22"/>
          <ac:picMkLst>
            <pc:docMk/>
            <pc:sldMk cId="0" sldId="259"/>
            <ac:picMk id="23" creationId="{211ED369-E748-1819-7804-D8B8A2A6153A}"/>
          </ac:picMkLst>
        </pc:picChg>
      </pc:sldChg>
      <pc:sldChg chg="addSp modSp mod">
        <pc:chgData name="Chetan Somashekar" userId="f8ccf0badff8459a" providerId="LiveId" clId="{79A7BC3F-C9B8-443F-92F8-E254150F08B1}" dt="2026-06-12T19:35:14.834" v="669" actId="164"/>
        <pc:sldMkLst>
          <pc:docMk/>
          <pc:sldMk cId="0" sldId="260"/>
        </pc:sldMkLst>
        <pc:spChg chg="mod">
          <ac:chgData name="Chetan Somashekar" userId="f8ccf0badff8459a" providerId="LiveId" clId="{79A7BC3F-C9B8-443F-92F8-E254150F08B1}" dt="2026-06-12T19:35:14.834" v="669" actId="164"/>
          <ac:spMkLst>
            <pc:docMk/>
            <pc:sldMk cId="0" sldId="260"/>
            <ac:spMk id="4" creationId="{97EDBE0C-3B3B-360C-B320-A5A863A769E0}"/>
          </ac:spMkLst>
        </pc:spChg>
        <pc:spChg chg="mod">
          <ac:chgData name="Chetan Somashekar" userId="f8ccf0badff8459a" providerId="LiveId" clId="{79A7BC3F-C9B8-443F-92F8-E254150F08B1}" dt="2026-06-11T20:45:27.041" v="256" actId="27636"/>
          <ac:spMkLst>
            <pc:docMk/>
            <pc:sldMk cId="0" sldId="260"/>
            <ac:spMk id="18" creationId="{00000000-0000-0000-0000-000000000000}"/>
          </ac:spMkLst>
        </pc:spChg>
        <pc:grpChg chg="add mod">
          <ac:chgData name="Chetan Somashekar" userId="f8ccf0badff8459a" providerId="LiveId" clId="{79A7BC3F-C9B8-443F-92F8-E254150F08B1}" dt="2026-06-12T19:35:14.834" v="669" actId="164"/>
          <ac:grpSpMkLst>
            <pc:docMk/>
            <pc:sldMk cId="0" sldId="260"/>
            <ac:grpSpMk id="19" creationId="{7D30D0E3-1B1C-3EF4-0715-DA7DBC052B77}"/>
          </ac:grpSpMkLst>
        </pc:grpChg>
        <pc:picChg chg="mod">
          <ac:chgData name="Chetan Somashekar" userId="f8ccf0badff8459a" providerId="LiveId" clId="{79A7BC3F-C9B8-443F-92F8-E254150F08B1}" dt="2026-06-12T19:35:14.834" v="669" actId="164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mod">
        <pc:chgData name="Chetan Somashekar" userId="f8ccf0badff8459a" providerId="LiveId" clId="{79A7BC3F-C9B8-443F-92F8-E254150F08B1}" dt="2026-06-12T19:35:23.665" v="670" actId="14100"/>
        <pc:sldMkLst>
          <pc:docMk/>
          <pc:sldMk cId="0" sldId="263"/>
        </pc:sldMkLst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6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7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9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0:52.757" v="518" actId="12789"/>
          <ac:spMkLst>
            <pc:docMk/>
            <pc:sldMk cId="0" sldId="263"/>
            <ac:spMk id="10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15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16" creationId="{00000000-0000-0000-0000-000000000000}"/>
          </ac:spMkLst>
        </pc:spChg>
        <pc:spChg chg="add mod">
          <ac:chgData name="Chetan Somashekar" userId="f8ccf0badff8459a" providerId="LiveId" clId="{79A7BC3F-C9B8-443F-92F8-E254150F08B1}" dt="2026-06-12T19:20:52.757" v="518" actId="12789"/>
          <ac:spMkLst>
            <pc:docMk/>
            <pc:sldMk cId="0" sldId="263"/>
            <ac:spMk id="18" creationId="{6FB19C71-5C40-DFB5-C588-80246E4082BC}"/>
          </ac:spMkLst>
        </pc:spChg>
        <pc:spChg chg="add 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19" creationId="{2A562208-3E3B-A8F7-36ED-CE1AD53DF3DA}"/>
          </ac:spMkLst>
        </pc:spChg>
        <pc:spChg chg="add mod">
          <ac:chgData name="Chetan Somashekar" userId="f8ccf0badff8459a" providerId="LiveId" clId="{79A7BC3F-C9B8-443F-92F8-E254150F08B1}" dt="2026-06-12T19:21:10.573" v="520" actId="12789"/>
          <ac:spMkLst>
            <pc:docMk/>
            <pc:sldMk cId="0" sldId="263"/>
            <ac:spMk id="20" creationId="{742841FD-9E63-17FE-FD8B-ACD8944557E3}"/>
          </ac:spMkLst>
        </pc:spChg>
        <pc:spChg chg="add mod">
          <ac:chgData name="Chetan Somashekar" userId="f8ccf0badff8459a" providerId="LiveId" clId="{79A7BC3F-C9B8-443F-92F8-E254150F08B1}" dt="2026-06-12T19:21:31.288" v="521" actId="164"/>
          <ac:spMkLst>
            <pc:docMk/>
            <pc:sldMk cId="0" sldId="263"/>
            <ac:spMk id="21" creationId="{91998A58-1748-09CB-6C65-8A63D801B986}"/>
          </ac:spMkLst>
        </pc:spChg>
        <pc:spChg chg="add del">
          <ac:chgData name="Chetan Somashekar" userId="f8ccf0badff8459a" providerId="LiveId" clId="{79A7BC3F-C9B8-443F-92F8-E254150F08B1}" dt="2026-06-12T19:30:38.839" v="640" actId="22"/>
          <ac:spMkLst>
            <pc:docMk/>
            <pc:sldMk cId="0" sldId="263"/>
            <ac:spMk id="24" creationId="{1362519A-E4CA-442A-5758-B278C83B050A}"/>
          </ac:spMkLst>
        </pc:spChg>
        <pc:spChg chg="add del">
          <ac:chgData name="Chetan Somashekar" userId="f8ccf0badff8459a" providerId="LiveId" clId="{79A7BC3F-C9B8-443F-92F8-E254150F08B1}" dt="2026-06-12T19:30:48.652" v="643" actId="22"/>
          <ac:spMkLst>
            <pc:docMk/>
            <pc:sldMk cId="0" sldId="263"/>
            <ac:spMk id="26" creationId="{43145A78-0608-AB44-242A-22091D354A3B}"/>
          </ac:spMkLst>
        </pc:spChg>
        <pc:grpChg chg="mod">
          <ac:chgData name="Chetan Somashekar" userId="f8ccf0badff8459a" providerId="LiveId" clId="{79A7BC3F-C9B8-443F-92F8-E254150F08B1}" dt="2026-06-12T19:21:35.427" v="542" actId="1036"/>
          <ac:grpSpMkLst>
            <pc:docMk/>
            <pc:sldMk cId="0" sldId="263"/>
            <ac:grpSpMk id="22" creationId="{16F27662-7397-87D8-8B3D-903B7F0FD6A8}"/>
          </ac:grpSpMkLst>
        </pc:grpChg>
        <pc:picChg chg="del">
          <ac:chgData name="Chetan Somashekar" userId="f8ccf0badff8459a" providerId="LiveId" clId="{79A7BC3F-C9B8-443F-92F8-E254150F08B1}" dt="2026-06-12T19:30:35.430" v="637" actId="478"/>
          <ac:picMkLst>
            <pc:docMk/>
            <pc:sldMk cId="0" sldId="263"/>
            <ac:picMk id="5" creationId="{00000000-0000-0000-0000-000000000000}"/>
          </ac:picMkLst>
        </pc:picChg>
        <pc:picChg chg="add mod">
          <ac:chgData name="Chetan Somashekar" userId="f8ccf0badff8459a" providerId="LiveId" clId="{79A7BC3F-C9B8-443F-92F8-E254150F08B1}" dt="2026-06-12T19:35:23.665" v="670" actId="14100"/>
          <ac:picMkLst>
            <pc:docMk/>
            <pc:sldMk cId="0" sldId="263"/>
            <ac:picMk id="28" creationId="{E1F7408E-B350-7A52-752C-71ECBFEFE2B9}"/>
          </ac:picMkLst>
        </pc:picChg>
      </pc:sldChg>
      <pc:sldChg chg="del">
        <pc:chgData name="Chetan Somashekar" userId="f8ccf0badff8459a" providerId="LiveId" clId="{79A7BC3F-C9B8-443F-92F8-E254150F08B1}" dt="2026-06-11T21:15:24.251" v="471" actId="47"/>
        <pc:sldMkLst>
          <pc:docMk/>
          <pc:sldMk cId="0" sldId="264"/>
        </pc:sldMkLst>
      </pc:sldChg>
      <pc:sldChg chg="addSp delSp modSp mod modClrScheme chgLayout">
        <pc:chgData name="Chetan Somashekar" userId="f8ccf0badff8459a" providerId="LiveId" clId="{79A7BC3F-C9B8-443F-92F8-E254150F08B1}" dt="2026-06-11T20:51:27.393" v="305" actId="1038"/>
        <pc:sldMkLst>
          <pc:docMk/>
          <pc:sldMk cId="0" sldId="265"/>
        </pc:sldMkLst>
        <pc:spChg chg="mod">
          <ac:chgData name="Chetan Somashekar" userId="f8ccf0badff8459a" providerId="LiveId" clId="{79A7BC3F-C9B8-443F-92F8-E254150F08B1}" dt="2026-06-11T20:51:20.649" v="302" actId="164"/>
          <ac:spMkLst>
            <pc:docMk/>
            <pc:sldMk cId="0" sldId="265"/>
            <ac:spMk id="3" creationId="{00000000-0000-0000-0000-000000000000}"/>
          </ac:spMkLst>
        </pc:spChg>
        <pc:grpChg chg="add mod">
          <ac:chgData name="Chetan Somashekar" userId="f8ccf0badff8459a" providerId="LiveId" clId="{79A7BC3F-C9B8-443F-92F8-E254150F08B1}" dt="2026-06-11T20:50:25.480" v="276" actId="164"/>
          <ac:grpSpMkLst>
            <pc:docMk/>
            <pc:sldMk cId="0" sldId="265"/>
            <ac:grpSpMk id="17" creationId="{9E1DF43B-0D73-36CB-BFC4-21069F775B3A}"/>
          </ac:grpSpMkLst>
        </pc:grpChg>
        <pc:grpChg chg="add mod">
          <ac:chgData name="Chetan Somashekar" userId="f8ccf0badff8459a" providerId="LiveId" clId="{79A7BC3F-C9B8-443F-92F8-E254150F08B1}" dt="2026-06-11T20:51:20.649" v="302" actId="164"/>
          <ac:grpSpMkLst>
            <pc:docMk/>
            <pc:sldMk cId="0" sldId="265"/>
            <ac:grpSpMk id="20" creationId="{009BC578-DA27-2312-F0E0-AF9C038C3027}"/>
          </ac:grpSpMkLst>
        </pc:grpChg>
        <pc:picChg chg="add del mod">
          <ac:chgData name="Chetan Somashekar" userId="f8ccf0badff8459a" providerId="LiveId" clId="{79A7BC3F-C9B8-443F-92F8-E254150F08B1}" dt="2026-06-11T20:51:03.854" v="288" actId="478"/>
          <ac:picMkLst>
            <pc:docMk/>
            <pc:sldMk cId="0" sldId="265"/>
            <ac:picMk id="16" creationId="{DF672646-805B-4098-E187-3F3F9270B6C5}"/>
          </ac:picMkLst>
        </pc:picChg>
        <pc:picChg chg="add mod">
          <ac:chgData name="Chetan Somashekar" userId="f8ccf0badff8459a" providerId="LiveId" clId="{79A7BC3F-C9B8-443F-92F8-E254150F08B1}" dt="2026-06-11T20:51:27.393" v="305" actId="1038"/>
          <ac:picMkLst>
            <pc:docMk/>
            <pc:sldMk cId="0" sldId="265"/>
            <ac:picMk id="19" creationId="{A0A52994-35EC-85AC-9BA2-B6FCCF1E1D19}"/>
          </ac:picMkLst>
        </pc:picChg>
      </pc:sldChg>
      <pc:sldChg chg="modSp del mod">
        <pc:chgData name="Chetan Somashekar" userId="f8ccf0badff8459a" providerId="LiveId" clId="{79A7BC3F-C9B8-443F-92F8-E254150F08B1}" dt="2026-06-11T21:14:42.327" v="470" actId="47"/>
        <pc:sldMkLst>
          <pc:docMk/>
          <pc:sldMk cId="0" sldId="266"/>
        </pc:sldMkLst>
        <pc:spChg chg="mod">
          <ac:chgData name="Chetan Somashekar" userId="f8ccf0badff8459a" providerId="LiveId" clId="{79A7BC3F-C9B8-443F-92F8-E254150F08B1}" dt="2026-06-11T20:46:44.435" v="257" actId="12789"/>
          <ac:spMkLst>
            <pc:docMk/>
            <pc:sldMk cId="0" sldId="266"/>
            <ac:spMk id="28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0:46:44.435" v="257" actId="12789"/>
          <ac:spMkLst>
            <pc:docMk/>
            <pc:sldMk cId="0" sldId="266"/>
            <ac:spMk id="29" creationId="{00000000-0000-0000-0000-000000000000}"/>
          </ac:spMkLst>
        </pc:spChg>
      </pc:sldChg>
      <pc:sldChg chg="modSp mod">
        <pc:chgData name="Chetan Somashekar" userId="f8ccf0badff8459a" providerId="LiveId" clId="{79A7BC3F-C9B8-443F-92F8-E254150F08B1}" dt="2026-06-11T21:13:42.828" v="469" actId="12789"/>
        <pc:sldMkLst>
          <pc:docMk/>
          <pc:sldMk cId="0" sldId="267"/>
        </pc:sldMkLst>
        <pc:spChg chg="mod">
          <ac:chgData name="Chetan Somashekar" userId="f8ccf0badff8459a" providerId="LiveId" clId="{79A7BC3F-C9B8-443F-92F8-E254150F08B1}" dt="2026-06-11T21:13:30.716" v="467" actId="12789"/>
          <ac:spMkLst>
            <pc:docMk/>
            <pc:sldMk cId="0" sldId="267"/>
            <ac:spMk id="8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1:13:30.716" v="467" actId="12789"/>
          <ac:spMkLst>
            <pc:docMk/>
            <pc:sldMk cId="0" sldId="267"/>
            <ac:spMk id="9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1:13:36.880" v="468" actId="12789"/>
          <ac:spMkLst>
            <pc:docMk/>
            <pc:sldMk cId="0" sldId="267"/>
            <ac:spMk id="13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1:13:36.880" v="468" actId="12789"/>
          <ac:spMkLst>
            <pc:docMk/>
            <pc:sldMk cId="0" sldId="267"/>
            <ac:spMk id="14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1:13:42.828" v="469" actId="12789"/>
          <ac:spMkLst>
            <pc:docMk/>
            <pc:sldMk cId="0" sldId="267"/>
            <ac:spMk id="18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1:13:42.828" v="469" actId="12789"/>
          <ac:spMkLst>
            <pc:docMk/>
            <pc:sldMk cId="0" sldId="267"/>
            <ac:spMk id="19" creationId="{00000000-0000-0000-0000-000000000000}"/>
          </ac:spMkLst>
        </pc:spChg>
      </pc:sldChg>
      <pc:sldChg chg="addSp delSp modSp mod modClrScheme chgLayout">
        <pc:chgData name="Chetan Somashekar" userId="f8ccf0badff8459a" providerId="LiveId" clId="{79A7BC3F-C9B8-443F-92F8-E254150F08B1}" dt="2026-06-11T20:49:26.219" v="261" actId="164"/>
        <pc:sldMkLst>
          <pc:docMk/>
          <pc:sldMk cId="0" sldId="269"/>
        </pc:sldMkLst>
        <pc:spChg chg="mod">
          <ac:chgData name="Chetan Somashekar" userId="f8ccf0badff8459a" providerId="LiveId" clId="{79A7BC3F-C9B8-443F-92F8-E254150F08B1}" dt="2026-06-11T20:49:26.219" v="261" actId="164"/>
          <ac:spMkLst>
            <pc:docMk/>
            <pc:sldMk cId="0" sldId="269"/>
            <ac:spMk id="5" creationId="{00000000-0000-0000-0000-000000000000}"/>
          </ac:spMkLst>
        </pc:spChg>
        <pc:spChg chg="mod">
          <ac:chgData name="Chetan Somashekar" userId="f8ccf0badff8459a" providerId="LiveId" clId="{79A7BC3F-C9B8-443F-92F8-E254150F08B1}" dt="2026-06-11T20:40:57.823" v="213" actId="1035"/>
          <ac:spMkLst>
            <pc:docMk/>
            <pc:sldMk cId="0" sldId="269"/>
            <ac:spMk id="6" creationId="{00000000-0000-0000-0000-000000000000}"/>
          </ac:spMkLst>
        </pc:spChg>
        <pc:grpChg chg="add mod">
          <ac:chgData name="Chetan Somashekar" userId="f8ccf0badff8459a" providerId="LiveId" clId="{79A7BC3F-C9B8-443F-92F8-E254150F08B1}" dt="2026-06-11T20:49:26.219" v="261" actId="164"/>
          <ac:grpSpMkLst>
            <pc:docMk/>
            <pc:sldMk cId="0" sldId="269"/>
            <ac:grpSpMk id="13" creationId="{85AD46CD-2C86-CFD5-4B9F-34CC3636EC54}"/>
          </ac:grpSpMkLst>
        </pc:grpChg>
        <pc:picChg chg="add del">
          <ac:chgData name="Chetan Somashekar" userId="f8ccf0badff8459a" providerId="LiveId" clId="{79A7BC3F-C9B8-443F-92F8-E254150F08B1}" dt="2026-06-11T20:35:15.960" v="157" actId="478"/>
          <ac:picMkLst>
            <pc:docMk/>
            <pc:sldMk cId="0" sldId="269"/>
            <ac:picMk id="8" creationId="{592F6D25-036D-8322-C0B6-8DF45B21E3BC}"/>
          </ac:picMkLst>
        </pc:picChg>
        <pc:picChg chg="add del mod">
          <ac:chgData name="Chetan Somashekar" userId="f8ccf0badff8459a" providerId="LiveId" clId="{79A7BC3F-C9B8-443F-92F8-E254150F08B1}" dt="2026-06-11T20:38:00.109" v="167" actId="478"/>
          <ac:picMkLst>
            <pc:docMk/>
            <pc:sldMk cId="0" sldId="269"/>
            <ac:picMk id="10" creationId="{1106F044-BB02-C222-6A1A-08AB39AD7B9B}"/>
          </ac:picMkLst>
        </pc:picChg>
        <pc:picChg chg="add mod">
          <ac:chgData name="Chetan Somashekar" userId="f8ccf0badff8459a" providerId="LiveId" clId="{79A7BC3F-C9B8-443F-92F8-E254150F08B1}" dt="2026-06-11T20:49:26.219" v="261" actId="164"/>
          <ac:picMkLst>
            <pc:docMk/>
            <pc:sldMk cId="0" sldId="269"/>
            <ac:picMk id="12" creationId="{564DA528-6896-BAB7-3CB2-24AA79EE150A}"/>
          </ac:picMkLst>
        </pc:picChg>
      </pc:sldChg>
      <pc:sldChg chg="addSp delSp modSp add mod">
        <pc:chgData name="Chetan Somashekar" userId="f8ccf0badff8459a" providerId="LiveId" clId="{79A7BC3F-C9B8-443F-92F8-E254150F08B1}" dt="2026-06-11T21:12:30.243" v="466" actId="12789"/>
        <pc:sldMkLst>
          <pc:docMk/>
          <pc:sldMk cId="3131823890" sldId="270"/>
        </pc:sldMkLst>
        <pc:spChg chg="mod">
          <ac:chgData name="Chetan Somashekar" userId="f8ccf0badff8459a" providerId="LiveId" clId="{79A7BC3F-C9B8-443F-92F8-E254150F08B1}" dt="2026-06-11T21:01:37.064" v="344" actId="20577"/>
          <ac:spMkLst>
            <pc:docMk/>
            <pc:sldMk cId="3131823890" sldId="270"/>
            <ac:spMk id="2" creationId="{14AF650D-08C8-9EB6-CCBF-B4DC01918128}"/>
          </ac:spMkLst>
        </pc:spChg>
        <pc:spChg chg="mod">
          <ac:chgData name="Chetan Somashekar" userId="f8ccf0badff8459a" providerId="LiveId" clId="{79A7BC3F-C9B8-443F-92F8-E254150F08B1}" dt="2026-06-11T21:07:02.038" v="421" actId="108"/>
          <ac:spMkLst>
            <pc:docMk/>
            <pc:sldMk cId="3131823890" sldId="270"/>
            <ac:spMk id="3" creationId="{E1B35A07-87E5-AC0C-2065-0616FB8942DE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5" creationId="{691432B6-5306-8228-ACE7-A3697D185B00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6" creationId="{FCF8E967-B785-280D-99E7-3D28CAB3E66B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7" creationId="{DD56DD34-C938-0CA7-3202-1A7157C68792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8" creationId="{BAB3C34C-78B8-056F-68A4-E71B68C08F76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10" creationId="{B353ACC5-600C-E2B3-C417-09EA34380344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12" creationId="{8266B89B-45E4-E9A8-4F77-A52EEF60FF73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14" creationId="{33D416FF-6BE2-E20C-1594-EF5C73C7B39C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17" creationId="{5108938D-DA41-F304-20B4-DABBBB6BFE83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19" creationId="{412BEDFC-C504-CB7C-D62D-303E6D561F2B}"/>
          </ac:spMkLst>
        </pc:spChg>
        <pc:spChg chg="del">
          <ac:chgData name="Chetan Somashekar" userId="f8ccf0badff8459a" providerId="LiveId" clId="{79A7BC3F-C9B8-443F-92F8-E254150F08B1}" dt="2026-06-11T21:01:56.138" v="346" actId="478"/>
          <ac:spMkLst>
            <pc:docMk/>
            <pc:sldMk cId="3131823890" sldId="270"/>
            <ac:spMk id="20" creationId="{47658E7A-A816-E0CF-4AAD-0E92D49DAC45}"/>
          </ac:spMkLst>
        </pc:spChg>
        <pc:spChg chg="del">
          <ac:chgData name="Chetan Somashekar" userId="f8ccf0badff8459a" providerId="LiveId" clId="{79A7BC3F-C9B8-443F-92F8-E254150F08B1}" dt="2026-06-11T21:01:59.738" v="347" actId="478"/>
          <ac:spMkLst>
            <pc:docMk/>
            <pc:sldMk cId="3131823890" sldId="270"/>
            <ac:spMk id="21" creationId="{FA1EDDBA-62C4-07E3-0EAF-229DB91CF06E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22" creationId="{369EE6A4-9B2F-E186-6EE4-02461933DD94}"/>
          </ac:spMkLst>
        </pc:spChg>
        <pc:spChg chg="mod">
          <ac:chgData name="Chetan Somashekar" userId="f8ccf0badff8459a" providerId="LiveId" clId="{79A7BC3F-C9B8-443F-92F8-E254150F08B1}" dt="2026-06-11T21:03:50.017" v="373" actId="12789"/>
          <ac:spMkLst>
            <pc:docMk/>
            <pc:sldMk cId="3131823890" sldId="270"/>
            <ac:spMk id="24" creationId="{68C4B4C3-0397-9B55-28D5-A38EEBAA24C2}"/>
          </ac:spMkLst>
        </pc:spChg>
        <pc:spChg chg="mod">
          <ac:chgData name="Chetan Somashekar" userId="f8ccf0badff8459a" providerId="LiveId" clId="{79A7BC3F-C9B8-443F-92F8-E254150F08B1}" dt="2026-06-11T21:03:50.017" v="373" actId="12789"/>
          <ac:spMkLst>
            <pc:docMk/>
            <pc:sldMk cId="3131823890" sldId="270"/>
            <ac:spMk id="26" creationId="{71CB7B76-F723-BCA3-EBF4-D6750EB2050B}"/>
          </ac:spMkLst>
        </pc:spChg>
        <pc:spChg chg="mod">
          <ac:chgData name="Chetan Somashekar" userId="f8ccf0badff8459a" providerId="LiveId" clId="{79A7BC3F-C9B8-443F-92F8-E254150F08B1}" dt="2026-06-11T21:02:58.941" v="369" actId="207"/>
          <ac:spMkLst>
            <pc:docMk/>
            <pc:sldMk cId="3131823890" sldId="270"/>
            <ac:spMk id="28" creationId="{C79292DC-D959-0440-8B9A-CA83568D308C}"/>
          </ac:spMkLst>
        </pc:spChg>
        <pc:spChg chg="mod">
          <ac:chgData name="Chetan Somashekar" userId="f8ccf0badff8459a" providerId="LiveId" clId="{79A7BC3F-C9B8-443F-92F8-E254150F08B1}" dt="2026-06-11T21:06:21.814" v="413" actId="108"/>
          <ac:spMkLst>
            <pc:docMk/>
            <pc:sldMk cId="3131823890" sldId="270"/>
            <ac:spMk id="30" creationId="{0AD54B5F-325C-7B88-0B8B-89842C89BD84}"/>
          </ac:spMkLst>
        </pc:spChg>
        <pc:spChg chg="mod">
          <ac:chgData name="Chetan Somashekar" userId="f8ccf0badff8459a" providerId="LiveId" clId="{79A7BC3F-C9B8-443F-92F8-E254150F08B1}" dt="2026-06-11T21:04:33.117" v="387" actId="108"/>
          <ac:spMkLst>
            <pc:docMk/>
            <pc:sldMk cId="3131823890" sldId="270"/>
            <ac:spMk id="32" creationId="{2517160A-26AB-9DDB-C199-365074EE6B93}"/>
          </ac:spMkLst>
        </pc:spChg>
        <pc:spChg chg="mod">
          <ac:chgData name="Chetan Somashekar" userId="f8ccf0badff8459a" providerId="LiveId" clId="{79A7BC3F-C9B8-443F-92F8-E254150F08B1}" dt="2026-06-11T21:03:58.755" v="374" actId="108"/>
          <ac:spMkLst>
            <pc:docMk/>
            <pc:sldMk cId="3131823890" sldId="270"/>
            <ac:spMk id="34" creationId="{38DAD906-2BE4-0BA7-CE20-57BC70AAFA7B}"/>
          </ac:spMkLst>
        </pc:spChg>
        <pc:spChg chg="mod">
          <ac:chgData name="Chetan Somashekar" userId="f8ccf0badff8459a" providerId="LiveId" clId="{79A7BC3F-C9B8-443F-92F8-E254150F08B1}" dt="2026-06-11T21:11:46.956" v="458" actId="12789"/>
          <ac:spMkLst>
            <pc:docMk/>
            <pc:sldMk cId="3131823890" sldId="270"/>
            <ac:spMk id="36" creationId="{F7E02BBF-EF3D-D34F-52C8-CFDF37D9F6E8}"/>
          </ac:spMkLst>
        </pc:spChg>
        <pc:spChg chg="mod">
          <ac:chgData name="Chetan Somashekar" userId="f8ccf0badff8459a" providerId="LiveId" clId="{79A7BC3F-C9B8-443F-92F8-E254150F08B1}" dt="2026-06-11T21:11:46.956" v="458" actId="12789"/>
          <ac:spMkLst>
            <pc:docMk/>
            <pc:sldMk cId="3131823890" sldId="270"/>
            <ac:spMk id="38" creationId="{4FA2F8DA-959A-0FB8-692B-93BE93686377}"/>
          </ac:spMkLst>
        </pc:spChg>
        <pc:spChg chg="mod">
          <ac:chgData name="Chetan Somashekar" userId="f8ccf0badff8459a" providerId="LiveId" clId="{79A7BC3F-C9B8-443F-92F8-E254150F08B1}" dt="2026-06-11T21:06:07.764" v="404" actId="108"/>
          <ac:spMkLst>
            <pc:docMk/>
            <pc:sldMk cId="3131823890" sldId="270"/>
            <ac:spMk id="40" creationId="{68CB587B-959C-3042-5268-732709E1D343}"/>
          </ac:spMkLst>
        </pc:spChg>
        <pc:spChg chg="mod">
          <ac:chgData name="Chetan Somashekar" userId="f8ccf0badff8459a" providerId="LiveId" clId="{79A7BC3F-C9B8-443F-92F8-E254150F08B1}" dt="2026-06-11T21:06:29.180" v="414" actId="108"/>
          <ac:spMkLst>
            <pc:docMk/>
            <pc:sldMk cId="3131823890" sldId="270"/>
            <ac:spMk id="42" creationId="{9DE061F7-2A9B-D2B0-EB6A-1F962ED8CD29}"/>
          </ac:spMkLst>
        </pc:spChg>
        <pc:spChg chg="mod">
          <ac:chgData name="Chetan Somashekar" userId="f8ccf0badff8459a" providerId="LiveId" clId="{79A7BC3F-C9B8-443F-92F8-E254150F08B1}" dt="2026-06-11T21:04:35.455" v="388" actId="108"/>
          <ac:spMkLst>
            <pc:docMk/>
            <pc:sldMk cId="3131823890" sldId="270"/>
            <ac:spMk id="44" creationId="{462F76CD-4FF8-D827-8288-74A3C2350F5B}"/>
          </ac:spMkLst>
        </pc:spChg>
        <pc:spChg chg="mod">
          <ac:chgData name="Chetan Somashekar" userId="f8ccf0badff8459a" providerId="LiveId" clId="{79A7BC3F-C9B8-443F-92F8-E254150F08B1}" dt="2026-06-11T21:04:08.205" v="375" actId="108"/>
          <ac:spMkLst>
            <pc:docMk/>
            <pc:sldMk cId="3131823890" sldId="270"/>
            <ac:spMk id="46" creationId="{5268E809-0982-1BBC-B615-ECDBB524E631}"/>
          </ac:spMkLst>
        </pc:spChg>
        <pc:spChg chg="mod">
          <ac:chgData name="Chetan Somashekar" userId="f8ccf0badff8459a" providerId="LiveId" clId="{79A7BC3F-C9B8-443F-92F8-E254150F08B1}" dt="2026-06-11T21:11:57.024" v="461" actId="12789"/>
          <ac:spMkLst>
            <pc:docMk/>
            <pc:sldMk cId="3131823890" sldId="270"/>
            <ac:spMk id="48" creationId="{5C056EDD-F968-687E-83BD-6DB0750F55B4}"/>
          </ac:spMkLst>
        </pc:spChg>
        <pc:spChg chg="mod">
          <ac:chgData name="Chetan Somashekar" userId="f8ccf0badff8459a" providerId="LiveId" clId="{79A7BC3F-C9B8-443F-92F8-E254150F08B1}" dt="2026-06-11T21:11:57.024" v="461" actId="12789"/>
          <ac:spMkLst>
            <pc:docMk/>
            <pc:sldMk cId="3131823890" sldId="270"/>
            <ac:spMk id="50" creationId="{51EF8C86-7D14-FC26-10C7-8B423536E34F}"/>
          </ac:spMkLst>
        </pc:spChg>
        <pc:spChg chg="mod">
          <ac:chgData name="Chetan Somashekar" userId="f8ccf0badff8459a" providerId="LiveId" clId="{79A7BC3F-C9B8-443F-92F8-E254150F08B1}" dt="2026-06-11T21:06:09.936" v="405" actId="108"/>
          <ac:spMkLst>
            <pc:docMk/>
            <pc:sldMk cId="3131823890" sldId="270"/>
            <ac:spMk id="52" creationId="{CD02E7D0-A48E-814E-BA1A-7FAF501F4721}"/>
          </ac:spMkLst>
        </pc:spChg>
        <pc:spChg chg="mod">
          <ac:chgData name="Chetan Somashekar" userId="f8ccf0badff8459a" providerId="LiveId" clId="{79A7BC3F-C9B8-443F-92F8-E254150F08B1}" dt="2026-06-11T21:06:30.153" v="415" actId="108"/>
          <ac:spMkLst>
            <pc:docMk/>
            <pc:sldMk cId="3131823890" sldId="270"/>
            <ac:spMk id="54" creationId="{B1208FCF-19DB-32B5-4C0D-C97D318FFB1A}"/>
          </ac:spMkLst>
        </pc:spChg>
        <pc:spChg chg="mod">
          <ac:chgData name="Chetan Somashekar" userId="f8ccf0badff8459a" providerId="LiveId" clId="{79A7BC3F-C9B8-443F-92F8-E254150F08B1}" dt="2026-06-11T21:04:36.835" v="389" actId="108"/>
          <ac:spMkLst>
            <pc:docMk/>
            <pc:sldMk cId="3131823890" sldId="270"/>
            <ac:spMk id="56" creationId="{77C69569-3B11-67EF-7D63-3DC5462FD7D5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58" creationId="{77F28445-B167-52A3-0B85-AAB6A7B4E675}"/>
          </ac:spMkLst>
        </pc:spChg>
        <pc:spChg chg="mod">
          <ac:chgData name="Chetan Somashekar" userId="f8ccf0badff8459a" providerId="LiveId" clId="{79A7BC3F-C9B8-443F-92F8-E254150F08B1}" dt="2026-06-11T21:12:03.927" v="462" actId="12789"/>
          <ac:spMkLst>
            <pc:docMk/>
            <pc:sldMk cId="3131823890" sldId="270"/>
            <ac:spMk id="60" creationId="{3CD2F8FE-AA7E-3E49-2F2F-649C5FB0EAEB}"/>
          </ac:spMkLst>
        </pc:spChg>
        <pc:spChg chg="add mod">
          <ac:chgData name="Chetan Somashekar" userId="f8ccf0badff8459a" providerId="LiveId" clId="{79A7BC3F-C9B8-443F-92F8-E254150F08B1}" dt="2026-06-11T21:12:03.927" v="462" actId="12789"/>
          <ac:spMkLst>
            <pc:docMk/>
            <pc:sldMk cId="3131823890" sldId="270"/>
            <ac:spMk id="62" creationId="{0B589091-82F5-321D-850F-76D06B56A2D0}"/>
          </ac:spMkLst>
        </pc:spChg>
        <pc:spChg chg="mod">
          <ac:chgData name="Chetan Somashekar" userId="f8ccf0badff8459a" providerId="LiveId" clId="{79A7BC3F-C9B8-443F-92F8-E254150F08B1}" dt="2026-06-11T21:06:11.040" v="406" actId="108"/>
          <ac:spMkLst>
            <pc:docMk/>
            <pc:sldMk cId="3131823890" sldId="270"/>
            <ac:spMk id="64" creationId="{1B48B16A-D5ED-9120-174B-BFA7EA9144AC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66" creationId="{88DE7552-0E36-26CC-A87B-1804170C02D9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68" creationId="{4D0A17DC-F4EE-B149-1AEE-646CE5B5C466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70" creationId="{0D08D74A-3558-93DB-B5AA-94B01A719610}"/>
          </ac:spMkLst>
        </pc:spChg>
        <pc:spChg chg="mod">
          <ac:chgData name="Chetan Somashekar" userId="f8ccf0badff8459a" providerId="LiveId" clId="{79A7BC3F-C9B8-443F-92F8-E254150F08B1}" dt="2026-06-11T21:12:11.594" v="463" actId="12789"/>
          <ac:spMkLst>
            <pc:docMk/>
            <pc:sldMk cId="3131823890" sldId="270"/>
            <ac:spMk id="72" creationId="{2FA68802-F0CE-7927-8C99-3CBB2485BE0C}"/>
          </ac:spMkLst>
        </pc:spChg>
        <pc:spChg chg="mod">
          <ac:chgData name="Chetan Somashekar" userId="f8ccf0badff8459a" providerId="LiveId" clId="{79A7BC3F-C9B8-443F-92F8-E254150F08B1}" dt="2026-06-11T21:12:11.594" v="463" actId="12789"/>
          <ac:spMkLst>
            <pc:docMk/>
            <pc:sldMk cId="3131823890" sldId="270"/>
            <ac:spMk id="74" creationId="{D53A6E55-13E2-0C06-CDE8-CF32EB4FA2D6}"/>
          </ac:spMkLst>
        </pc:spChg>
        <pc:spChg chg="mod">
          <ac:chgData name="Chetan Somashekar" userId="f8ccf0badff8459a" providerId="LiveId" clId="{79A7BC3F-C9B8-443F-92F8-E254150F08B1}" dt="2026-06-11T21:06:12.184" v="407" actId="108"/>
          <ac:spMkLst>
            <pc:docMk/>
            <pc:sldMk cId="3131823890" sldId="270"/>
            <ac:spMk id="76" creationId="{5971AC69-C86F-9159-7C17-0A5B1EE4B66A}"/>
          </ac:spMkLst>
        </pc:spChg>
        <pc:spChg chg="mod">
          <ac:chgData name="Chetan Somashekar" userId="f8ccf0badff8459a" providerId="LiveId" clId="{79A7BC3F-C9B8-443F-92F8-E254150F08B1}" dt="2026-06-11T21:06:32.091" v="417" actId="108"/>
          <ac:spMkLst>
            <pc:docMk/>
            <pc:sldMk cId="3131823890" sldId="270"/>
            <ac:spMk id="78" creationId="{8EBE6B04-46C8-5073-AE66-43F411C6533E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80" creationId="{943182CF-680B-B5AE-56CA-E01F928C783E}"/>
          </ac:spMkLst>
        </pc:spChg>
        <pc:spChg chg="mod">
          <ac:chgData name="Chetan Somashekar" userId="f8ccf0badff8459a" providerId="LiveId" clId="{79A7BC3F-C9B8-443F-92F8-E254150F08B1}" dt="2026-06-11T21:04:15.609" v="383" actId="108"/>
          <ac:spMkLst>
            <pc:docMk/>
            <pc:sldMk cId="3131823890" sldId="270"/>
            <ac:spMk id="82" creationId="{6D765E7C-77EC-67BC-40C5-F5A4BCECBC06}"/>
          </ac:spMkLst>
        </pc:spChg>
        <pc:spChg chg="mod">
          <ac:chgData name="Chetan Somashekar" userId="f8ccf0badff8459a" providerId="LiveId" clId="{79A7BC3F-C9B8-443F-92F8-E254150F08B1}" dt="2026-06-11T21:12:18.090" v="464" actId="12789"/>
          <ac:spMkLst>
            <pc:docMk/>
            <pc:sldMk cId="3131823890" sldId="270"/>
            <ac:spMk id="84" creationId="{9A97C55E-0E84-92AC-81D1-39368C118AB7}"/>
          </ac:spMkLst>
        </pc:spChg>
        <pc:spChg chg="add mod">
          <ac:chgData name="Chetan Somashekar" userId="f8ccf0badff8459a" providerId="LiveId" clId="{79A7BC3F-C9B8-443F-92F8-E254150F08B1}" dt="2026-06-11T21:12:18.090" v="464" actId="12789"/>
          <ac:spMkLst>
            <pc:docMk/>
            <pc:sldMk cId="3131823890" sldId="270"/>
            <ac:spMk id="86" creationId="{02A6B7AF-2F5B-57EF-0F57-11CC541C69AC}"/>
          </ac:spMkLst>
        </pc:spChg>
        <pc:spChg chg="mod">
          <ac:chgData name="Chetan Somashekar" userId="f8ccf0badff8459a" providerId="LiveId" clId="{79A7BC3F-C9B8-443F-92F8-E254150F08B1}" dt="2026-06-11T21:07:13.118" v="422" actId="313"/>
          <ac:spMkLst>
            <pc:docMk/>
            <pc:sldMk cId="3131823890" sldId="270"/>
            <ac:spMk id="88" creationId="{750D781F-B817-8FA4-3A7C-978C37484E0E}"/>
          </ac:spMkLst>
        </pc:spChg>
        <pc:spChg chg="mod">
          <ac:chgData name="Chetan Somashekar" userId="f8ccf0badff8459a" providerId="LiveId" clId="{79A7BC3F-C9B8-443F-92F8-E254150F08B1}" dt="2026-06-11T21:06:32.861" v="418" actId="108"/>
          <ac:spMkLst>
            <pc:docMk/>
            <pc:sldMk cId="3131823890" sldId="270"/>
            <ac:spMk id="90" creationId="{6D4B7C08-B32B-D2FD-0AD2-51E170D9729D}"/>
          </ac:spMkLst>
        </pc:spChg>
        <pc:spChg chg="mod">
          <ac:chgData name="Chetan Somashekar" userId="f8ccf0badff8459a" providerId="LiveId" clId="{79A7BC3F-C9B8-443F-92F8-E254150F08B1}" dt="2026-06-11T21:04:41.935" v="392" actId="108"/>
          <ac:spMkLst>
            <pc:docMk/>
            <pc:sldMk cId="3131823890" sldId="270"/>
            <ac:spMk id="92" creationId="{E7AFC81F-0965-4F69-B0A3-CF04152BB23D}"/>
          </ac:spMkLst>
        </pc:spChg>
        <pc:spChg chg="mod">
          <ac:chgData name="Chetan Somashekar" userId="f8ccf0badff8459a" providerId="LiveId" clId="{79A7BC3F-C9B8-443F-92F8-E254150F08B1}" dt="2026-06-11T21:04:14.623" v="382" actId="108"/>
          <ac:spMkLst>
            <pc:docMk/>
            <pc:sldMk cId="3131823890" sldId="270"/>
            <ac:spMk id="94" creationId="{FD934917-65BE-67F4-7050-5DF2230438F1}"/>
          </ac:spMkLst>
        </pc:spChg>
        <pc:spChg chg="mod">
          <ac:chgData name="Chetan Somashekar" userId="f8ccf0badff8459a" providerId="LiveId" clId="{79A7BC3F-C9B8-443F-92F8-E254150F08B1}" dt="2026-06-11T21:12:24.077" v="465" actId="12789"/>
          <ac:spMkLst>
            <pc:docMk/>
            <pc:sldMk cId="3131823890" sldId="270"/>
            <ac:spMk id="96" creationId="{413BEFC3-C8FC-C083-F011-12E969A1D94E}"/>
          </ac:spMkLst>
        </pc:spChg>
        <pc:spChg chg="mod">
          <ac:chgData name="Chetan Somashekar" userId="f8ccf0badff8459a" providerId="LiveId" clId="{79A7BC3F-C9B8-443F-92F8-E254150F08B1}" dt="2026-06-11T21:12:24.077" v="465" actId="12789"/>
          <ac:spMkLst>
            <pc:docMk/>
            <pc:sldMk cId="3131823890" sldId="270"/>
            <ac:spMk id="98" creationId="{5C6DAF79-7900-ACD3-467A-93C2BBA1A764}"/>
          </ac:spMkLst>
        </pc:spChg>
        <pc:spChg chg="mod">
          <ac:chgData name="Chetan Somashekar" userId="f8ccf0badff8459a" providerId="LiveId" clId="{79A7BC3F-C9B8-443F-92F8-E254150F08B1}" dt="2026-06-11T21:06:14.514" v="409" actId="108"/>
          <ac:spMkLst>
            <pc:docMk/>
            <pc:sldMk cId="3131823890" sldId="270"/>
            <ac:spMk id="100" creationId="{AF4E765D-A351-B3BC-E279-BC67919B8CFC}"/>
          </ac:spMkLst>
        </pc:spChg>
        <pc:spChg chg="mod">
          <ac:chgData name="Chetan Somashekar" userId="f8ccf0badff8459a" providerId="LiveId" clId="{79A7BC3F-C9B8-443F-92F8-E254150F08B1}" dt="2026-06-11T21:06:33.994" v="419" actId="108"/>
          <ac:spMkLst>
            <pc:docMk/>
            <pc:sldMk cId="3131823890" sldId="270"/>
            <ac:spMk id="102" creationId="{DB58D464-1DE7-DA65-6912-C4DF839E7400}"/>
          </ac:spMkLst>
        </pc:spChg>
        <pc:spChg chg="mod">
          <ac:chgData name="Chetan Somashekar" userId="f8ccf0badff8459a" providerId="LiveId" clId="{79A7BC3F-C9B8-443F-92F8-E254150F08B1}" dt="2026-06-11T21:04:14.104" v="381" actId="108"/>
          <ac:spMkLst>
            <pc:docMk/>
            <pc:sldMk cId="3131823890" sldId="270"/>
            <ac:spMk id="104" creationId="{398F84E5-65BB-DB33-5424-D4DDDEBA7674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106" creationId="{AC50BDA2-6DB3-4CCD-885C-BAAF15DECD86}"/>
          </ac:spMkLst>
        </pc:spChg>
        <pc:spChg chg="mod">
          <ac:chgData name="Chetan Somashekar" userId="f8ccf0badff8459a" providerId="LiveId" clId="{79A7BC3F-C9B8-443F-92F8-E254150F08B1}" dt="2026-06-11T21:12:30.243" v="466" actId="12789"/>
          <ac:spMkLst>
            <pc:docMk/>
            <pc:sldMk cId="3131823890" sldId="270"/>
            <ac:spMk id="108" creationId="{B3EE6E75-E7E6-EAA7-1DC5-69A31B659DE1}"/>
          </ac:spMkLst>
        </pc:spChg>
        <pc:spChg chg="mod">
          <ac:chgData name="Chetan Somashekar" userId="f8ccf0badff8459a" providerId="LiveId" clId="{79A7BC3F-C9B8-443F-92F8-E254150F08B1}" dt="2026-06-11T21:12:30.243" v="466" actId="12789"/>
          <ac:spMkLst>
            <pc:docMk/>
            <pc:sldMk cId="3131823890" sldId="270"/>
            <ac:spMk id="110" creationId="{EE63F0BE-6540-9E02-5B5B-441E905BAC01}"/>
          </ac:spMkLst>
        </pc:spChg>
        <pc:spChg chg="mod">
          <ac:chgData name="Chetan Somashekar" userId="f8ccf0badff8459a" providerId="LiveId" clId="{79A7BC3F-C9B8-443F-92F8-E254150F08B1}" dt="2026-06-11T21:06:15.483" v="410" actId="108"/>
          <ac:spMkLst>
            <pc:docMk/>
            <pc:sldMk cId="3131823890" sldId="270"/>
            <ac:spMk id="112" creationId="{A7DAB5B1-AF46-6DDF-0A8E-8C9C96D1445E}"/>
          </ac:spMkLst>
        </pc:spChg>
        <pc:spChg chg="mod">
          <ac:chgData name="Chetan Somashekar" userId="f8ccf0badff8459a" providerId="LiveId" clId="{79A7BC3F-C9B8-443F-92F8-E254150F08B1}" dt="2026-06-11T21:06:34.792" v="420" actId="108"/>
          <ac:spMkLst>
            <pc:docMk/>
            <pc:sldMk cId="3131823890" sldId="270"/>
            <ac:spMk id="114" creationId="{9C4D2410-66E1-0DA1-D8A1-DB00E595121A}"/>
          </ac:spMkLst>
        </pc:spChg>
        <pc:spChg chg="add mod">
          <ac:chgData name="Chetan Somashekar" userId="f8ccf0badff8459a" providerId="LiveId" clId="{79A7BC3F-C9B8-443F-92F8-E254150F08B1}" dt="2026-06-11T21:08:38.790" v="447" actId="1037"/>
          <ac:spMkLst>
            <pc:docMk/>
            <pc:sldMk cId="3131823890" sldId="270"/>
            <ac:spMk id="116" creationId="{3839A6E1-4E90-CC3A-2F1C-B6FDFE28550D}"/>
          </ac:spMkLst>
        </pc:spChg>
        <pc:spChg chg="mod">
          <ac:chgData name="Chetan Somashekar" userId="f8ccf0badff8459a" providerId="LiveId" clId="{79A7BC3F-C9B8-443F-92F8-E254150F08B1}" dt="2026-06-11T21:08:18.582" v="425" actId="12788"/>
          <ac:spMkLst>
            <pc:docMk/>
            <pc:sldMk cId="3131823890" sldId="270"/>
            <ac:spMk id="118" creationId="{F2E625F5-3EC2-C373-411F-184E706F78E2}"/>
          </ac:spMkLst>
        </pc:spChg>
        <pc:spChg chg="mod">
          <ac:chgData name="Chetan Somashekar" userId="f8ccf0badff8459a" providerId="LiveId" clId="{79A7BC3F-C9B8-443F-92F8-E254150F08B1}" dt="2026-06-11T21:08:18.582" v="425" actId="12788"/>
          <ac:spMkLst>
            <pc:docMk/>
            <pc:sldMk cId="3131823890" sldId="270"/>
            <ac:spMk id="120" creationId="{1191E0FB-E650-9AD5-DEE0-78DF563D62A3}"/>
          </ac:spMkLst>
        </pc:spChg>
      </pc:sldChg>
      <pc:sldMasterChg chg="addSldLayout modSldLayout">
        <pc:chgData name="Chetan Somashekar" userId="f8ccf0badff8459a" providerId="LiveId" clId="{79A7BC3F-C9B8-443F-92F8-E254150F08B1}" dt="2026-06-11T20:39:15.625" v="179" actId="478"/>
        <pc:sldMasterMkLst>
          <pc:docMk/>
          <pc:sldMasterMk cId="0" sldId="2147483648"/>
        </pc:sldMasterMkLst>
        <pc:sldLayoutChg chg="modSp">
          <pc:chgData name="Chetan Somashekar" userId="f8ccf0badff8459a" providerId="LiveId" clId="{79A7BC3F-C9B8-443F-92F8-E254150F08B1}" dt="2026-06-11T20:23:30.934" v="64" actId="735"/>
          <pc:sldLayoutMkLst>
            <pc:docMk/>
            <pc:sldMasterMk cId="0" sldId="2147483648"/>
            <pc:sldLayoutMk cId="0" sldId="2147483649"/>
          </pc:sldLayoutMkLst>
        </pc:sldLayoutChg>
        <pc:sldLayoutChg chg="addSp delSp modSp mod">
          <pc:chgData name="Chetan Somashekar" userId="f8ccf0badff8459a" providerId="LiveId" clId="{79A7BC3F-C9B8-443F-92F8-E254150F08B1}" dt="2026-06-11T20:26:18.749" v="82" actId="478"/>
          <pc:sldLayoutMkLst>
            <pc:docMk/>
            <pc:sldMasterMk cId="0" sldId="2147483648"/>
            <pc:sldLayoutMk cId="1577952474" sldId="2147483650"/>
          </pc:sldLayoutMkLst>
          <pc:spChg chg="del">
            <ac:chgData name="Chetan Somashekar" userId="f8ccf0badff8459a" providerId="LiveId" clId="{79A7BC3F-C9B8-443F-92F8-E254150F08B1}" dt="2026-06-11T20:22:02.507" v="33" actId="478"/>
            <ac:spMkLst>
              <pc:docMk/>
              <pc:sldMasterMk cId="0" sldId="2147483648"/>
              <pc:sldLayoutMk cId="1577952474" sldId="2147483650"/>
              <ac:spMk id="6" creationId="{680D02B3-DB27-D93C-8BFA-C594D085095B}"/>
            </ac:spMkLst>
          </pc:spChg>
          <pc:spChg chg="mod">
            <ac:chgData name="Chetan Somashekar" userId="f8ccf0badff8459a" providerId="LiveId" clId="{79A7BC3F-C9B8-443F-92F8-E254150F08B1}" dt="2026-06-11T20:22:50.971" v="44" actId="12789"/>
            <ac:spMkLst>
              <pc:docMk/>
              <pc:sldMasterMk cId="0" sldId="2147483648"/>
              <pc:sldLayoutMk cId="1577952474" sldId="2147483650"/>
              <ac:spMk id="8" creationId="{2A03D03B-2A9C-7157-86E5-CA98810B63FD}"/>
            </ac:spMkLst>
          </pc:spChg>
          <pc:spChg chg="add del mod ord">
            <ac:chgData name="Chetan Somashekar" userId="f8ccf0badff8459a" providerId="LiveId" clId="{79A7BC3F-C9B8-443F-92F8-E254150F08B1}" dt="2026-06-11T20:26:18.749" v="82" actId="478"/>
            <ac:spMkLst>
              <pc:docMk/>
              <pc:sldMasterMk cId="0" sldId="2147483648"/>
              <pc:sldLayoutMk cId="1577952474" sldId="2147483650"/>
              <ac:spMk id="9" creationId="{B0C769B2-EA2E-83D6-D385-616A6FDD93E9}"/>
            </ac:spMkLst>
          </pc:spChg>
          <pc:spChg chg="mod">
            <ac:chgData name="Chetan Somashekar" userId="f8ccf0badff8459a" providerId="LiveId" clId="{79A7BC3F-C9B8-443F-92F8-E254150F08B1}" dt="2026-06-11T20:22:50.971" v="44" actId="12789"/>
            <ac:spMkLst>
              <pc:docMk/>
              <pc:sldMasterMk cId="0" sldId="2147483648"/>
              <pc:sldLayoutMk cId="1577952474" sldId="2147483650"/>
              <ac:spMk id="10" creationId="{F2B2B5D7-021E-4EB4-C5A3-43EA7C1AD05B}"/>
            </ac:spMkLst>
          </pc:spChg>
          <pc:picChg chg="add mod">
            <ac:chgData name="Chetan Somashekar" userId="f8ccf0badff8459a" providerId="LiveId" clId="{79A7BC3F-C9B8-443F-92F8-E254150F08B1}" dt="2026-06-11T20:26:11.794" v="80" actId="1036"/>
            <ac:picMkLst>
              <pc:docMk/>
              <pc:sldMasterMk cId="0" sldId="2147483648"/>
              <pc:sldLayoutMk cId="1577952474" sldId="2147483650"/>
              <ac:picMk id="3" creationId="{61471443-A13D-E46A-0F36-C6B9AAE9EFAF}"/>
            </ac:picMkLst>
          </pc:picChg>
          <pc:picChg chg="add del mod">
            <ac:chgData name="Chetan Somashekar" userId="f8ccf0badff8459a" providerId="LiveId" clId="{79A7BC3F-C9B8-443F-92F8-E254150F08B1}" dt="2026-06-11T20:22:36.581" v="42" actId="478"/>
            <ac:picMkLst>
              <pc:docMk/>
              <pc:sldMasterMk cId="0" sldId="2147483648"/>
              <pc:sldLayoutMk cId="1577952474" sldId="2147483650"/>
              <ac:picMk id="7" creationId="{224ECD8F-28D0-3C76-1B71-886AE82D0BEA}"/>
            </ac:picMkLst>
          </pc:picChg>
          <pc:picChg chg="add del mod">
            <ac:chgData name="Chetan Somashekar" userId="f8ccf0badff8459a" providerId="LiveId" clId="{79A7BC3F-C9B8-443F-92F8-E254150F08B1}" dt="2026-06-11T20:26:17.672" v="81" actId="478"/>
            <ac:picMkLst>
              <pc:docMk/>
              <pc:sldMasterMk cId="0" sldId="2147483648"/>
              <pc:sldLayoutMk cId="1577952474" sldId="2147483650"/>
              <ac:picMk id="12" creationId="{0D0357D8-42CD-C62D-CC92-DAE294DDA49D}"/>
            </ac:picMkLst>
          </pc:picChg>
        </pc:sldLayoutChg>
        <pc:sldLayoutChg chg="addSp modSp add mod modTransition">
          <pc:chgData name="Chetan Somashekar" userId="f8ccf0badff8459a" providerId="LiveId" clId="{79A7BC3F-C9B8-443F-92F8-E254150F08B1}" dt="2026-06-11T20:32:21.295" v="111" actId="167"/>
          <pc:sldLayoutMkLst>
            <pc:docMk/>
            <pc:sldMasterMk cId="0" sldId="2147483648"/>
            <pc:sldLayoutMk cId="474563978" sldId="2147483652"/>
          </pc:sldLayoutMkLst>
          <pc:picChg chg="add ord">
            <ac:chgData name="Chetan Somashekar" userId="f8ccf0badff8459a" providerId="LiveId" clId="{79A7BC3F-C9B8-443F-92F8-E254150F08B1}" dt="2026-06-11T20:32:21.295" v="111" actId="167"/>
            <ac:picMkLst>
              <pc:docMk/>
              <pc:sldMasterMk cId="0" sldId="2147483648"/>
              <pc:sldLayoutMk cId="474563978" sldId="2147483652"/>
              <ac:picMk id="5" creationId="{077A1DC4-9B1F-F491-3FCE-693D18EF7447}"/>
            </ac:picMkLst>
          </pc:picChg>
        </pc:sldLayoutChg>
        <pc:sldLayoutChg chg="delSp mod">
          <pc:chgData name="Chetan Somashekar" userId="f8ccf0badff8459a" providerId="LiveId" clId="{79A7BC3F-C9B8-443F-92F8-E254150F08B1}" dt="2026-06-11T20:39:15.625" v="179" actId="478"/>
          <pc:sldLayoutMkLst>
            <pc:docMk/>
            <pc:sldMasterMk cId="0" sldId="2147483648"/>
            <pc:sldLayoutMk cId="323453626" sldId="2147483653"/>
          </pc:sldLayoutMkLst>
          <pc:spChg chg="del">
            <ac:chgData name="Chetan Somashekar" userId="f8ccf0badff8459a" providerId="LiveId" clId="{79A7BC3F-C9B8-443F-92F8-E254150F08B1}" dt="2026-06-11T20:39:15.625" v="179" actId="478"/>
            <ac:spMkLst>
              <pc:docMk/>
              <pc:sldMasterMk cId="0" sldId="2147483648"/>
              <pc:sldLayoutMk cId="323453626" sldId="2147483653"/>
              <ac:spMk id="2" creationId="{E0D0CF47-5ABB-9C19-C5D2-826DCFAD11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69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6219-857A-0072-2668-152CE0A4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B65A8-7D5F-5CB8-DF84-44191E95C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C58A6-D080-037E-A4CD-74649ECA4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E5A64-20DF-FE78-5209-C8C93AA58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17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228D26-98B9-2443-B561-5B44FF79BE08}"/>
              </a:ext>
            </a:extLst>
          </p:cNvPr>
          <p:cNvSpPr/>
          <p:nvPr userDrawn="1"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5611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4">
            <a:extLst>
              <a:ext uri="{FF2B5EF4-FFF2-40B4-BE49-F238E27FC236}">
                <a16:creationId xmlns:a16="http://schemas.microsoft.com/office/drawing/2014/main" id="{6D07DD5E-CF27-B351-D1A4-E4582FB4C324}"/>
              </a:ext>
            </a:extLst>
          </p:cNvPr>
          <p:cNvSpPr/>
          <p:nvPr userDrawn="1"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8D8D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0823DA50-7E10-CCB1-061A-26688C648264}"/>
              </a:ext>
            </a:extLst>
          </p:cNvPr>
          <p:cNvSpPr/>
          <p:nvPr userDrawn="1"/>
        </p:nvSpPr>
        <p:spPr>
          <a:xfrm>
            <a:off x="3657600" y="65222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7777F"/>
                </a:solidFill>
              </a:rPr>
              <a:t>Laser Cutting | CNC Bending | Sheet Metal Fabrication</a:t>
            </a:r>
            <a:endParaRPr lang="en-US" sz="75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55F07FAC-1390-1E16-C358-B3EC5D77F8B1}"/>
              </a:ext>
            </a:extLst>
          </p:cNvPr>
          <p:cNvSpPr/>
          <p:nvPr userDrawn="1"/>
        </p:nvSpPr>
        <p:spPr>
          <a:xfrm>
            <a:off x="11201400" y="65222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CCCFA26-E14C-4212-A39D-CCB05B113BD6}" type="slidenum">
              <a:rPr lang="en-US" sz="750" smtClean="0">
                <a:solidFill>
                  <a:srgbClr val="77777F"/>
                </a:solidFill>
              </a:rPr>
              <a:t>‹#›</a:t>
            </a:fld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2FE9D4-2722-64D4-9433-A349F8C170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5446" y="6487824"/>
            <a:ext cx="712105" cy="23336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178" userDrawn="1">
          <p15:clr>
            <a:srgbClr val="FBAE40"/>
          </p15:clr>
        </p15:guide>
        <p15:guide id="4" pos="32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5">
            <a:extLst>
              <a:ext uri="{FF2B5EF4-FFF2-40B4-BE49-F238E27FC236}">
                <a16:creationId xmlns:a16="http://schemas.microsoft.com/office/drawing/2014/main" id="{A3E7685D-E632-3C7A-8E61-C2CCE809E01E}"/>
              </a:ext>
            </a:extLst>
          </p:cNvPr>
          <p:cNvSpPr/>
          <p:nvPr userDrawn="1"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A3A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2A03D03B-2A9C-7157-86E5-CA98810B63FD}"/>
              </a:ext>
            </a:extLst>
          </p:cNvPr>
          <p:cNvSpPr/>
          <p:nvPr userDrawn="1"/>
        </p:nvSpPr>
        <p:spPr>
          <a:xfrm>
            <a:off x="3657600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C9CE"/>
                </a:solidFill>
              </a:rPr>
              <a:t>Laser Cutting | CNC Bending | Sheet Metal Fabrication</a:t>
            </a:r>
            <a:endParaRPr lang="en-US" sz="750" dirty="0"/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F2B2B5D7-021E-4EB4-C5A3-43EA7C1AD05B}"/>
              </a:ext>
            </a:extLst>
          </p:cNvPr>
          <p:cNvSpPr/>
          <p:nvPr userDrawn="1"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9CE0D845-B1D0-42F0-BF08-120E682E4D6B}" type="slidenum">
              <a:rPr lang="en-US" sz="750" smtClean="0">
                <a:solidFill>
                  <a:srgbClr val="C9C9CE"/>
                </a:solidFill>
              </a:rPr>
              <a:t>‹#›</a:t>
            </a:fld>
            <a:endParaRPr lang="en-US" sz="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71443-A13D-E46A-0F36-C6B9AAE9EF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1667" y="6492103"/>
            <a:ext cx="712105" cy="23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52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White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dark_facility.png">
            <a:extLst>
              <a:ext uri="{FF2B5EF4-FFF2-40B4-BE49-F238E27FC236}">
                <a16:creationId xmlns:a16="http://schemas.microsoft.com/office/drawing/2014/main" id="{077A1DC4-9B1F-F491-3FCE-693D18EF74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5">
            <a:extLst>
              <a:ext uri="{FF2B5EF4-FFF2-40B4-BE49-F238E27FC236}">
                <a16:creationId xmlns:a16="http://schemas.microsoft.com/office/drawing/2014/main" id="{A3E7685D-E632-3C7A-8E61-C2CCE809E01E}"/>
              </a:ext>
            </a:extLst>
          </p:cNvPr>
          <p:cNvSpPr/>
          <p:nvPr userDrawn="1"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3A3A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2A03D03B-2A9C-7157-86E5-CA98810B63FD}"/>
              </a:ext>
            </a:extLst>
          </p:cNvPr>
          <p:cNvSpPr/>
          <p:nvPr userDrawn="1"/>
        </p:nvSpPr>
        <p:spPr>
          <a:xfrm>
            <a:off x="3657600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C9CE"/>
                </a:solidFill>
              </a:rPr>
              <a:t>Laser Cutting | CNC Bending | Sheet Metal Fabrication</a:t>
            </a:r>
            <a:endParaRPr lang="en-US" sz="750" dirty="0"/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F2B2B5D7-021E-4EB4-C5A3-43EA7C1AD05B}"/>
              </a:ext>
            </a:extLst>
          </p:cNvPr>
          <p:cNvSpPr/>
          <p:nvPr userDrawn="1"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9CE0D845-B1D0-42F0-BF08-120E682E4D6B}" type="slidenum">
              <a:rPr lang="en-US" sz="750" smtClean="0">
                <a:solidFill>
                  <a:srgbClr val="C9C9CE"/>
                </a:solidFill>
              </a:rPr>
              <a:t>‹#›</a:t>
            </a:fld>
            <a:endParaRPr lang="en-US" sz="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71443-A13D-E46A-0F36-C6B9AAE9EF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1667" y="6492103"/>
            <a:ext cx="712105" cy="23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6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5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-4 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19627"/>
            <a:ext cx="3488909" cy="11433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872611"/>
            <a:ext cx="9520042" cy="523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dirty="0">
                <a:solidFill>
                  <a:srgbClr val="3A383F"/>
                </a:solidFill>
                <a:latin typeface="Arial"/>
              </a:rPr>
              <a:t>PRECISION SHEET METAL</a:t>
            </a:r>
            <a:r>
              <a:rPr lang="en-IN" sz="3400" b="1" dirty="0">
                <a:solidFill>
                  <a:srgbClr val="3A383F"/>
                </a:solidFill>
                <a:latin typeface="Arial"/>
              </a:rPr>
              <a:t> MANUFACTURING</a:t>
            </a:r>
            <a:endParaRPr sz="3400" b="1" dirty="0">
              <a:solidFill>
                <a:srgbClr val="3A383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3465576"/>
            <a:ext cx="1463040" cy="54864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794760"/>
            <a:ext cx="7498079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696970"/>
                </a:solidFill>
                <a:latin typeface="Arial"/>
              </a:rPr>
              <a:t>A clean, controlled manufacturing partner for prototypes, job work and production batches.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080760"/>
            <a:ext cx="1049967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3A383F"/>
                </a:solidFill>
                <a:latin typeface="Arial"/>
              </a:rPr>
              <a:t>Capability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3448" y="6080760"/>
            <a:ext cx="572272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 dirty="0">
                <a:solidFill>
                  <a:srgbClr val="3A383F"/>
                </a:solidFill>
                <a:latin typeface="Arial"/>
              </a:rPr>
              <a:t>| Mysore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811503-D0ED-D581-BF67-9EA0075C6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589" y="6065605"/>
            <a:ext cx="754859" cy="258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precision sheet-metal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From DXF to finished bent components — with process control at every stage.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229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400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0B0F"/>
                </a:solidFill>
              </a:rPr>
              <a:t>Cut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999232"/>
            <a:ext cx="24688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F2F36"/>
                </a:solidFill>
              </a:rPr>
              <a:t>Laser cutting for MS, SS, aluminium and sheet-metal profiles with controlled nesting and first-piece approval.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5661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400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566160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0B0F"/>
                </a:solidFill>
              </a:rPr>
              <a:t>Bend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566160" y="2999232"/>
            <a:ext cx="24688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F2F36"/>
                </a:solidFill>
              </a:rPr>
              <a:t>CNC press brake bending with tooling selection, bend sequence review and angle verification.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3093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400"/>
                </a:solidFill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09360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0B0F"/>
                </a:solidFill>
              </a:rPr>
              <a:t>Control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09360" y="2999232"/>
            <a:ext cx="24688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F2F36"/>
                </a:solidFill>
              </a:rPr>
              <a:t>Inspection, traceability, material records and customer-ready quality reports.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0525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400"/>
                </a:solidFill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052560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0B0F"/>
                </a:solidFill>
              </a:rPr>
              <a:t>Deliver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052560" y="2999232"/>
            <a:ext cx="24688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F2F36"/>
                </a:solidFill>
              </a:rPr>
              <a:t>Clean packing, dispatch clearance and committed delivery tracking.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40080" y="13258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SHOP.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MULTIPLE METAL SOLUTIONS.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713232" y="3063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87552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Laser cutting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13232" y="34290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87552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CNC bending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13232" y="37947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3803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Deburring and finishing coordination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" y="41605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87552" y="41696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Inspection and dispatch documentation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04672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 kW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804672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fiber laser capability </a:t>
            </a:r>
          </a:p>
        </p:txBody>
      </p:sp>
      <p:sp>
        <p:nvSpPr>
          <p:cNvPr id="15" name="Text 11"/>
          <p:cNvSpPr/>
          <p:nvPr/>
        </p:nvSpPr>
        <p:spPr>
          <a:xfrm>
            <a:off x="8046719" y="2423160"/>
            <a:ext cx="30774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150 Ton Press Brake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8046720" y="2834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Bending machine capability</a:t>
            </a: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008A8E69-B0E8-E635-C02A-840C9614EF36}"/>
              </a:ext>
            </a:extLst>
          </p:cNvPr>
          <p:cNvSpPr/>
          <p:nvPr/>
        </p:nvSpPr>
        <p:spPr>
          <a:xfrm>
            <a:off x="8046720" y="3474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DXF → Part</a:t>
            </a:r>
            <a:endParaRPr lang="en-US" sz="26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4AAC7BF-401A-C30C-FCC7-DD9301738460}"/>
              </a:ext>
            </a:extLst>
          </p:cNvPr>
          <p:cNvSpPr/>
          <p:nvPr/>
        </p:nvSpPr>
        <p:spPr>
          <a:xfrm>
            <a:off x="804672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engineering-to-production workflow</a:t>
            </a: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C6109A0-7DB2-113F-7656-0F604A845876}"/>
              </a:ext>
            </a:extLst>
          </p:cNvPr>
          <p:cNvSpPr/>
          <p:nvPr/>
        </p:nvSpPr>
        <p:spPr>
          <a:xfrm>
            <a:off x="8046720" y="44931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Batch + Prototype</a:t>
            </a:r>
            <a:endParaRPr lang="en-US" sz="26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7810BB12-F077-A143-2A8C-0CFD99B93AF5}"/>
              </a:ext>
            </a:extLst>
          </p:cNvPr>
          <p:cNvSpPr/>
          <p:nvPr/>
        </p:nvSpPr>
        <p:spPr>
          <a:xfrm>
            <a:off x="8046720" y="48772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50" b="1" dirty="0">
                <a:solidFill>
                  <a:schemeClr val="accent4"/>
                </a:solidFill>
              </a:rPr>
              <a:t>suitable for small and </a:t>
            </a:r>
            <a:r>
              <a:rPr lang="en-US" sz="950" b="1">
                <a:solidFill>
                  <a:schemeClr val="accent4"/>
                </a:solidFill>
              </a:rPr>
              <a:t>repeat jobs</a:t>
            </a:r>
            <a:endParaRPr lang="en-US" sz="950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Laser cutting capability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Fast, clean and repeatable cutting with controlled process parameters.</a:t>
            </a:r>
            <a:endParaRPr lang="en-US" sz="1150" dirty="0"/>
          </a:p>
        </p:txBody>
      </p:sp>
      <p:pic>
        <p:nvPicPr>
          <p:cNvPr id="5" name="Image 1" descr="/mnt/data/dark_laser.png"/>
          <p:cNvPicPr>
            <a:picLocks noChangeAspect="1"/>
          </p:cNvPicPr>
          <p:nvPr/>
        </p:nvPicPr>
        <p:blipFill>
          <a:blip r:embed="rId3"/>
          <a:srcRect l="16414" r="16414"/>
          <a:stretch/>
        </p:blipFill>
        <p:spPr>
          <a:xfrm>
            <a:off x="640080" y="1426464"/>
            <a:ext cx="5074920" cy="4251960"/>
          </a:xfrm>
          <a:prstGeom prst="roundRect">
            <a:avLst>
              <a:gd name="adj" fmla="val 2874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217920" y="15087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B0F"/>
                </a:solidFill>
              </a:rPr>
              <a:t>What customers get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217920" y="20574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92240" y="20665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F36"/>
                </a:solidFill>
              </a:rPr>
              <a:t>DXF review before cutting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17920" y="2514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92240" y="2523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F36"/>
                </a:solidFill>
              </a:rPr>
              <a:t>Nesting review for material utilization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17920" y="29718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92240" y="2980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F36"/>
                </a:solidFill>
              </a:rPr>
              <a:t>First-piece cut approval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34290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92240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F36"/>
                </a:solidFill>
              </a:rPr>
              <a:t>Burr / dross / edge quality checks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217920" y="38862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3895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F36"/>
                </a:solidFill>
              </a:rPr>
              <a:t>Thickness-wise cutting parameter master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4663440"/>
            <a:ext cx="5029200" cy="0"/>
          </a:xfrm>
          <a:prstGeom prst="line">
            <a:avLst/>
          </a:prstGeom>
          <a:noFill/>
          <a:ln w="12700">
            <a:solidFill>
              <a:srgbClr val="D8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217920" y="466817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7777F"/>
                </a:solidFill>
              </a:rPr>
              <a:t>Typical materials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726680" y="466817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2F36"/>
                </a:solidFill>
              </a:rPr>
              <a:t>MS • SS • Aluminium • GI • Brass* • Copper*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217920" y="5257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F"/>
                </a:solidFill>
              </a:rPr>
              <a:t>*Final feasibility depends on thickness, grade, gas and edge-quality requirement.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CNC bending capability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Bending quality is controlled before production, not corrected after rejection.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0" y="1325880"/>
            <a:ext cx="12191695" cy="443484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59893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Bending control points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989320" y="22402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22494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Minimum flange and bend feasibility review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89320" y="2697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263640" y="27066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Punch / die selection record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89320" y="31546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63640" y="3163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Bend sequence approval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89320" y="36118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26364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First bend angle approval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89320" y="40690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263640" y="40782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Tool marks, cracks and reverse bend checks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989320" y="4846320"/>
            <a:ext cx="4624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7E7EA"/>
                </a:solidFill>
              </a:rPr>
              <a:t>Result: predictable dimensions, fewer reworks and cleaner formed parts.</a:t>
            </a:r>
            <a:endParaRPr lang="en-US" sz="12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30D0E3-1B1C-3EF4-0715-DA7DBC052B77}"/>
              </a:ext>
            </a:extLst>
          </p:cNvPr>
          <p:cNvGrpSpPr/>
          <p:nvPr/>
        </p:nvGrpSpPr>
        <p:grpSpPr>
          <a:xfrm>
            <a:off x="640080" y="1600200"/>
            <a:ext cx="4846320" cy="3886200"/>
            <a:chOff x="640080" y="1600200"/>
            <a:chExt cx="4846320" cy="3886200"/>
          </a:xfrm>
        </p:grpSpPr>
        <p:pic>
          <p:nvPicPr>
            <p:cNvPr id="6" name="Image 1" descr="/mnt/data/a_hyper_realistic_sharp_cinematic_industrial_wor_batch_2.png"/>
            <p:cNvPicPr>
              <a:picLocks noChangeAspect="1"/>
            </p:cNvPicPr>
            <p:nvPr/>
          </p:nvPicPr>
          <p:blipFill>
            <a:blip r:embed="rId3"/>
            <a:srcRect l="14908" r="14908"/>
            <a:stretch/>
          </p:blipFill>
          <p:spPr>
            <a:xfrm>
              <a:off x="640080" y="1600200"/>
              <a:ext cx="4846320" cy="3886200"/>
            </a:xfrm>
            <a:prstGeom prst="roundRect">
              <a:avLst>
                <a:gd name="adj" fmla="val 4010"/>
              </a:avLst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7EDBE0C-3B3B-360C-B320-A5A863A769E0}"/>
                </a:ext>
              </a:extLst>
            </p:cNvPr>
            <p:cNvSpPr/>
            <p:nvPr/>
          </p:nvSpPr>
          <p:spPr>
            <a:xfrm>
              <a:off x="640080" y="1600200"/>
              <a:ext cx="4846320" cy="3886200"/>
            </a:xfrm>
            <a:prstGeom prst="roundRect">
              <a:avLst>
                <a:gd name="adj" fmla="val 2063"/>
              </a:avLst>
            </a:prstGeom>
            <a:solidFill>
              <a:srgbClr val="0B0B0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support that reduces customer effort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We help convert drawings into manufacturable sheet-metal parts.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22960" y="16916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08760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F"/>
                </a:solidFill>
              </a:rPr>
              <a:t>Drawing review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69080" y="169164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Material, thickness, bend notes, tolerance and revision check.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10515600" cy="0"/>
          </a:xfrm>
          <a:prstGeom prst="line">
            <a:avLst/>
          </a:prstGeom>
          <a:noFill/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2404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F"/>
                </a:solidFill>
              </a:rPr>
              <a:t>DXF cleanup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69080" y="242316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Scale, duplicate entities, open profiles and layer review.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10515600" cy="0"/>
          </a:xfrm>
          <a:prstGeom prst="line">
            <a:avLst/>
          </a:prstGeom>
          <a:noFill/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22960" y="3154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08760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F"/>
                </a:solidFill>
              </a:rPr>
              <a:t>Flat pattern check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069080" y="315468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Bend allowance, K-factor and development approval.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822960" y="3566160"/>
            <a:ext cx="10515600" cy="0"/>
          </a:xfrm>
          <a:prstGeom prst="line">
            <a:avLst/>
          </a:prstGeom>
          <a:noFill/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22960" y="3886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08760" y="3867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F"/>
                </a:solidFill>
              </a:rPr>
              <a:t>Bend feasibility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069080" y="388620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Minimum flange, hole-to-bend distance and tooling clearance.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822960" y="4297680"/>
            <a:ext cx="10515600" cy="0"/>
          </a:xfrm>
          <a:prstGeom prst="line">
            <a:avLst/>
          </a:prstGeom>
          <a:noFill/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22960" y="4617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08760" y="4599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F"/>
                </a:solidFill>
              </a:rPr>
              <a:t>Revision control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069080" y="461772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Latest file confirmation before production release.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A simple production flow designed for speed, clarity and traceability.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85800" y="201168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F5F5F6"/>
          </a:solidFill>
          <a:ln w="10160">
            <a:solidFill>
              <a:srgbClr val="DDDD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296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F"/>
                </a:solidFill>
              </a:rPr>
              <a:t>Enquiry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578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F"/>
                </a:solidFill>
              </a:rPr>
              <a:t>Drawing / DXF / quantity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0" y="201168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F5F5F6"/>
          </a:solidFill>
          <a:ln w="10160">
            <a:solidFill>
              <a:srgbClr val="DDDD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69748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F"/>
                </a:solidFill>
              </a:rPr>
              <a:t>Review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97480" y="2578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F"/>
                </a:solidFill>
              </a:rPr>
              <a:t>Feasibility + quote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34840" y="201168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0B0B0F"/>
          </a:solidFill>
          <a:ln w="1016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0" y="2578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ADAE0"/>
                </a:solidFill>
              </a:rPr>
              <a:t>Nesting + first piece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09360" y="201168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0B0B0F"/>
          </a:solidFill>
          <a:ln w="1016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4652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2578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ADAE0"/>
                </a:solidFill>
              </a:rPr>
              <a:t>Tooling + sequence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183880" y="201168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F5F5F6"/>
          </a:solidFill>
          <a:ln w="10160">
            <a:solidFill>
              <a:srgbClr val="DDDD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32104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F"/>
                </a:solidFill>
              </a:rPr>
              <a:t>Inspect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1040" y="2578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F"/>
                </a:solidFill>
              </a:rPr>
              <a:t>Dimensional + visual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0058400" y="201168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F5F5F6"/>
          </a:solidFill>
          <a:ln w="10160">
            <a:solidFill>
              <a:srgbClr val="DDDD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0195560" y="22128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F"/>
                </a:solidFill>
              </a:rPr>
              <a:t>Dispatch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195560" y="2578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F"/>
                </a:solidFill>
              </a:rPr>
              <a:t>Packing + reports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05840" y="416052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F2F36"/>
                </a:solidFill>
              </a:rPr>
              <a:t>Traceability is captured at each stage: customer PO, drawing revision, material heat number, program file, operator, inspection and dispatch.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documentation customers can trust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Simple forms for operators. Professional records for customers.</a:t>
            </a:r>
            <a:endParaRPr lang="en-US" sz="11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F27662-7397-87D8-8B3D-903B7F0FD6A8}"/>
              </a:ext>
            </a:extLst>
          </p:cNvPr>
          <p:cNvGrpSpPr/>
          <p:nvPr/>
        </p:nvGrpSpPr>
        <p:grpSpPr>
          <a:xfrm>
            <a:off x="580644" y="1897693"/>
            <a:ext cx="5682996" cy="3470148"/>
            <a:chOff x="580644" y="1613916"/>
            <a:chExt cx="5682996" cy="3470148"/>
          </a:xfrm>
        </p:grpSpPr>
        <p:sp>
          <p:nvSpPr>
            <p:cNvPr id="6" name="Text 2"/>
            <p:cNvSpPr/>
            <p:nvPr/>
          </p:nvSpPr>
          <p:spPr>
            <a:xfrm>
              <a:off x="822960" y="1645920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0B0F"/>
                  </a:solidFill>
                </a:rPr>
                <a:t>Material traceability</a:t>
              </a:r>
              <a:endParaRPr lang="en-US" sz="16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3108960" y="1613916"/>
              <a:ext cx="3154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080" dirty="0">
                  <a:solidFill>
                    <a:srgbClr val="2F2F36"/>
                  </a:solidFill>
                </a:rPr>
                <a:t>Grade, thickness, heat/batch number and MTC tracking.</a:t>
              </a:r>
              <a:endParaRPr lang="en-US" sz="1080" dirty="0"/>
            </a:p>
          </p:txBody>
        </p:sp>
        <p:sp>
          <p:nvSpPr>
            <p:cNvPr id="8" name="Shape 4"/>
            <p:cNvSpPr/>
            <p:nvPr/>
          </p:nvSpPr>
          <p:spPr>
            <a:xfrm>
              <a:off x="822960" y="2203704"/>
              <a:ext cx="5303520" cy="0"/>
            </a:xfrm>
            <a:prstGeom prst="line">
              <a:avLst/>
            </a:prstGeom>
            <a:noFill/>
            <a:ln w="10160">
              <a:solidFill>
                <a:srgbClr val="E0E0E3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5"/>
            <p:cNvSpPr/>
            <p:nvPr/>
          </p:nvSpPr>
          <p:spPr>
            <a:xfrm>
              <a:off x="822960" y="2601468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0B0F"/>
                  </a:solidFill>
                </a:rPr>
                <a:t>Inspection records</a:t>
              </a:r>
              <a:endParaRPr lang="en-US" sz="16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3108960" y="2569464"/>
              <a:ext cx="3154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080" dirty="0">
                  <a:solidFill>
                    <a:srgbClr val="2F2F36"/>
                  </a:solidFill>
                </a:rPr>
                <a:t>Laser cut, bend dimension, final inspection and dispatch clearance.</a:t>
              </a:r>
              <a:endParaRPr lang="en-US" sz="1080" dirty="0"/>
            </a:p>
          </p:txBody>
        </p:sp>
        <p:sp>
          <p:nvSpPr>
            <p:cNvPr id="11" name="Shape 7"/>
            <p:cNvSpPr/>
            <p:nvPr/>
          </p:nvSpPr>
          <p:spPr>
            <a:xfrm>
              <a:off x="822960" y="3163824"/>
              <a:ext cx="5303520" cy="0"/>
            </a:xfrm>
            <a:prstGeom prst="line">
              <a:avLst/>
            </a:prstGeom>
            <a:noFill/>
            <a:ln w="10160">
              <a:solidFill>
                <a:srgbClr val="E0E0E3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8"/>
            <p:cNvSpPr/>
            <p:nvPr/>
          </p:nvSpPr>
          <p:spPr>
            <a:xfrm>
              <a:off x="822960" y="3561588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0B0F"/>
                  </a:solidFill>
                </a:rPr>
                <a:t>Issue control</a:t>
              </a:r>
              <a:endParaRPr lang="en-US" sz="16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108960" y="3529584"/>
              <a:ext cx="3154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080" dirty="0">
                  <a:solidFill>
                    <a:srgbClr val="2F2F36"/>
                  </a:solidFill>
                </a:rPr>
                <a:t>NCR, rework, customer deviation and corrective action format.</a:t>
              </a:r>
              <a:endParaRPr lang="en-US" sz="108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822960" y="4123944"/>
              <a:ext cx="5303520" cy="0"/>
            </a:xfrm>
            <a:prstGeom prst="line">
              <a:avLst/>
            </a:prstGeom>
            <a:noFill/>
            <a:ln w="10160">
              <a:solidFill>
                <a:srgbClr val="E0E0E3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1"/>
            <p:cNvSpPr/>
            <p:nvPr/>
          </p:nvSpPr>
          <p:spPr>
            <a:xfrm>
              <a:off x="822960" y="4521708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0B0F"/>
                  </a:solidFill>
                </a:rPr>
                <a:t>Calibration control</a:t>
              </a:r>
              <a:endParaRPr lang="en-US" sz="16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3108960" y="4489704"/>
              <a:ext cx="3154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80" dirty="0">
                  <a:solidFill>
                    <a:srgbClr val="2F2F36"/>
                  </a:solidFill>
                </a:rPr>
                <a:t>Instrument list, due dates and status visibility.</a:t>
              </a:r>
              <a:endParaRPr lang="en-US" sz="108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822960" y="5084064"/>
              <a:ext cx="5303520" cy="0"/>
            </a:xfrm>
            <a:prstGeom prst="line">
              <a:avLst/>
            </a:prstGeom>
            <a:noFill/>
            <a:ln w="10160">
              <a:solidFill>
                <a:srgbClr val="E0E0E3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FB19C71-5C40-DFB5-C588-80246E4082BC}"/>
                </a:ext>
              </a:extLst>
            </p:cNvPr>
            <p:cNvSpPr txBox="1"/>
            <p:nvPr/>
          </p:nvSpPr>
          <p:spPr>
            <a:xfrm>
              <a:off x="580644" y="2615184"/>
              <a:ext cx="210312" cy="2286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dirty="0">
                  <a:solidFill>
                    <a:srgbClr val="FFC200"/>
                  </a:solidFill>
                  <a:latin typeface="Arial"/>
                </a:rPr>
                <a:t>✓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562208-3E3B-A8F7-36ED-CE1AD53DF3DA}"/>
                </a:ext>
              </a:extLst>
            </p:cNvPr>
            <p:cNvSpPr txBox="1"/>
            <p:nvPr/>
          </p:nvSpPr>
          <p:spPr>
            <a:xfrm>
              <a:off x="580644" y="3575304"/>
              <a:ext cx="210312" cy="2286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dirty="0">
                  <a:solidFill>
                    <a:srgbClr val="FFC200"/>
                  </a:solidFill>
                  <a:latin typeface="Arial"/>
                </a:rPr>
                <a:t>✓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2841FD-9E63-17FE-FD8B-ACD8944557E3}"/>
                </a:ext>
              </a:extLst>
            </p:cNvPr>
            <p:cNvSpPr txBox="1"/>
            <p:nvPr/>
          </p:nvSpPr>
          <p:spPr>
            <a:xfrm>
              <a:off x="580644" y="4535424"/>
              <a:ext cx="210312" cy="2286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dirty="0">
                  <a:solidFill>
                    <a:srgbClr val="FFC200"/>
                  </a:solidFill>
                  <a:latin typeface="Arial"/>
                </a:rPr>
                <a:t>✓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998A58-1748-09CB-6C65-8A63D801B986}"/>
                </a:ext>
              </a:extLst>
            </p:cNvPr>
            <p:cNvSpPr txBox="1"/>
            <p:nvPr/>
          </p:nvSpPr>
          <p:spPr>
            <a:xfrm>
              <a:off x="580644" y="1659636"/>
              <a:ext cx="210312" cy="2286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dirty="0">
                  <a:solidFill>
                    <a:srgbClr val="FFC200"/>
                  </a:solidFill>
                  <a:latin typeface="Arial"/>
                </a:rPr>
                <a:t>✓</a:t>
              </a: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E1F7408E-B350-7A52-752C-71ECBFEFE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764" y="1816188"/>
            <a:ext cx="4735538" cy="3551653"/>
          </a:xfrm>
          <a:prstGeom prst="roundRect">
            <a:avLst>
              <a:gd name="adj" fmla="val 4415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22960" y="2743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Speed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C9CE"/>
                </a:solidFill>
              </a:rPr>
              <a:t>Quick quotation, planned cutting and tracked dispatch.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0" y="2743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Clarity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C9CE"/>
                </a:solidFill>
              </a:rPr>
              <a:t>Simple communication from drawing review to delivery.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92240" y="2743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Control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C9CE"/>
                </a:solidFill>
              </a:rPr>
              <a:t>First-piece approvals, inspection and document records.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0" y="2743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04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Support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32688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C9CE"/>
                </a:solidFill>
              </a:rPr>
              <a:t>Design and manufacturing feedback from an engineering team.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9BC578-DA27-2312-F0E0-AF9C038C3027}"/>
              </a:ext>
            </a:extLst>
          </p:cNvPr>
          <p:cNvGrpSpPr/>
          <p:nvPr/>
        </p:nvGrpSpPr>
        <p:grpSpPr>
          <a:xfrm>
            <a:off x="640080" y="1203426"/>
            <a:ext cx="7772400" cy="672691"/>
            <a:chOff x="640080" y="1203426"/>
            <a:chExt cx="7772400" cy="672691"/>
          </a:xfrm>
        </p:grpSpPr>
        <p:sp>
          <p:nvSpPr>
            <p:cNvPr id="3" name="Text 0"/>
            <p:cNvSpPr/>
            <p:nvPr/>
          </p:nvSpPr>
          <p:spPr>
            <a:xfrm>
              <a:off x="640080" y="1289415"/>
              <a:ext cx="77724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3100" b="1" dirty="0">
                  <a:solidFill>
                    <a:srgbClr val="FFFFFF"/>
                  </a:solidFill>
                </a:rPr>
                <a:t>WHY CUSTOMERS CHOOSE</a:t>
              </a:r>
              <a:endParaRPr lang="en-US" sz="3100" dirty="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A52994-35EC-85AC-9BA2-B6FCCF1E1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6375" y="1203426"/>
              <a:ext cx="2051386" cy="6726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Flexible options based on your requirement and volume.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868680" y="1828800"/>
            <a:ext cx="3063240" cy="2423160"/>
          </a:xfrm>
          <a:prstGeom prst="roundRect">
            <a:avLst>
              <a:gd name="adj" fmla="val 3396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24712" y="2176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0B0F"/>
                </a:solidFill>
              </a:rPr>
              <a:t>Prototype support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24712" y="274320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F36"/>
                </a:solidFill>
              </a:rPr>
              <a:t>Small quantities, quick DXF review, sample development and feedback.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24712" y="370332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8E8EA"/>
          </a:solidFill>
          <a:ln w="12700">
            <a:solidFill>
              <a:srgbClr val="E8E8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207008" y="3771900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NEW PARTS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572000" y="1828800"/>
            <a:ext cx="3063240" cy="2423160"/>
          </a:xfrm>
          <a:prstGeom prst="roundRect">
            <a:avLst>
              <a:gd name="adj" fmla="val 3396"/>
            </a:avLst>
          </a:prstGeom>
          <a:solidFill>
            <a:srgbClr val="0B0B0F"/>
          </a:solidFill>
          <a:ln w="1016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28032" y="2176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 job work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28032" y="274320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C9CE"/>
                </a:solidFill>
              </a:rPr>
              <a:t>Repeat batches with fixed parameters, inspection records and delivery plan.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28032" y="370332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FC400"/>
          </a:solidFill>
          <a:ln w="12700">
            <a:solidFill>
              <a:srgbClr val="FFC4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910328" y="3771900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REPEAT WORK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8275320" y="1828800"/>
            <a:ext cx="3063240" cy="2423160"/>
          </a:xfrm>
          <a:prstGeom prst="roundRect">
            <a:avLst>
              <a:gd name="adj" fmla="val 3396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531352" y="2176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0B0F"/>
                </a:solidFill>
              </a:rPr>
              <a:t>Development partner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531352" y="274320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F36"/>
                </a:solidFill>
              </a:rPr>
              <a:t>Design review, flat pattern, bend feasibility and product-to-production support.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31352" y="370332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8E8EA"/>
          </a:solidFill>
          <a:ln w="12700">
            <a:solidFill>
              <a:srgbClr val="E8E8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613648" y="3771900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ENGINEERING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fastest quotation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7777F"/>
                </a:solidFill>
              </a:rPr>
              <a:t>Send complete inputs once. We will take it forward systematically.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14400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400"/>
                </a:solidFill>
              </a:rPr>
              <a:t>☐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2588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F"/>
                </a:solidFill>
              </a:rPr>
              <a:t>Drawing / DXF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83280" y="15179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PDF drawing + DXF flat pattern / 3D file if available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914400" y="2313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400"/>
                </a:solidFill>
              </a:rPr>
              <a:t>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313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F"/>
                </a:solidFill>
              </a:rPr>
              <a:t>Material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83280" y="232257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Grade, thickness, finish and certificate requirement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914400" y="31181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400"/>
                </a:solidFill>
              </a:rPr>
              <a:t>☐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25880" y="3118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F"/>
                </a:solidFill>
              </a:rPr>
              <a:t>Quantity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31272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Prototype, trial batch or production volume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914400" y="3922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400"/>
                </a:solidFill>
              </a:rPr>
              <a:t>☐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3922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F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83280" y="393192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Cutting only / cutting + bending / fabrication / finishing / secondary processes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914400" y="4727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400"/>
                </a:solidFill>
              </a:rPr>
              <a:t>☐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25880" y="4727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F"/>
                </a:solidFill>
              </a:rPr>
              <a:t>Delivery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83280" y="473659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F2F36"/>
                </a:solidFill>
              </a:rPr>
              <a:t>Required date, packing instruction and dispatch address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914400" y="5623560"/>
            <a:ext cx="9875520" cy="0"/>
          </a:xfrm>
          <a:prstGeom prst="line">
            <a:avLst/>
          </a:prstGeom>
          <a:noFill/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14400" y="5806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F"/>
                </a:solidFill>
              </a:rPr>
              <a:t>Tip: Latest drawing revision and clear tolerance notes avoid delay and rework.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734A3-799A-EF1C-007F-3500EA09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AF650D-08C8-9EB6-CCBF-B4DC01918128}"/>
              </a:ext>
            </a:extLst>
          </p:cNvPr>
          <p:cNvSpPr/>
          <p:nvPr/>
        </p:nvSpPr>
        <p:spPr>
          <a:xfrm>
            <a:off x="685800" y="502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0B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Industries we serve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B35A07-87E5-AC0C-2065-0616FB8942DE}"/>
              </a:ext>
            </a:extLst>
          </p:cNvPr>
          <p:cNvSpPr/>
          <p:nvPr/>
        </p:nvSpPr>
        <p:spPr>
          <a:xfrm>
            <a:off x="713232" y="960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77777F"/>
                </a:solidFill>
              </a:rPr>
              <a:t>Precision sheet-metal solutions for product companies, machine builders and production teams.</a:t>
            </a: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69EE6A4-9B2F-E186-6EE4-02461933DD94}"/>
              </a:ext>
            </a:extLst>
          </p:cNvPr>
          <p:cNvSpPr/>
          <p:nvPr/>
        </p:nvSpPr>
        <p:spPr>
          <a:xfrm>
            <a:off x="341173" y="187452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68C4B4C3-0397-9B55-28D5-A38EEBAA24C2}"/>
              </a:ext>
            </a:extLst>
          </p:cNvPr>
          <p:cNvSpPr/>
          <p:nvPr/>
        </p:nvSpPr>
        <p:spPr>
          <a:xfrm>
            <a:off x="505765" y="202082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1CB7B76-F723-BCA3-EBF4-D6750EB2050B}"/>
              </a:ext>
            </a:extLst>
          </p:cNvPr>
          <p:cNvSpPr/>
          <p:nvPr/>
        </p:nvSpPr>
        <p:spPr>
          <a:xfrm>
            <a:off x="505765" y="2107692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01</a:t>
            </a:r>
            <a:endParaRPr lang="en-US" sz="85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79292DC-D959-0440-8B9A-CA83568D308C}"/>
              </a:ext>
            </a:extLst>
          </p:cNvPr>
          <p:cNvSpPr/>
          <p:nvPr/>
        </p:nvSpPr>
        <p:spPr>
          <a:xfrm>
            <a:off x="1054405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/>
              <a:t>Machine Builders &amp; SPM</a:t>
            </a:r>
            <a:endParaRPr lang="en-US" sz="125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0AD54B5F-325C-7B88-0B8B-89842C89BD84}"/>
              </a:ext>
            </a:extLst>
          </p:cNvPr>
          <p:cNvSpPr/>
          <p:nvPr/>
        </p:nvSpPr>
        <p:spPr>
          <a:xfrm>
            <a:off x="505765" y="245059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Frames, guards, covers, brackets, machine panels and custom sheet-metal parts.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2517160A-26AB-9DDB-C199-365074EE6B93}"/>
              </a:ext>
            </a:extLst>
          </p:cNvPr>
          <p:cNvSpPr/>
          <p:nvPr/>
        </p:nvSpPr>
        <p:spPr>
          <a:xfrm>
            <a:off x="505765" y="2953512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38DAD906-2BE4-0BA7-CE20-57BC70AAFA7B}"/>
              </a:ext>
            </a:extLst>
          </p:cNvPr>
          <p:cNvSpPr/>
          <p:nvPr/>
        </p:nvSpPr>
        <p:spPr>
          <a:xfrm>
            <a:off x="3267253" y="187452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F7E02BBF-EF3D-D34F-52C8-CFDF37D9F6E8}"/>
              </a:ext>
            </a:extLst>
          </p:cNvPr>
          <p:cNvSpPr/>
          <p:nvPr/>
        </p:nvSpPr>
        <p:spPr>
          <a:xfrm>
            <a:off x="3431845" y="202082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4FA2F8DA-959A-0FB8-692B-93BE93686377}"/>
              </a:ext>
            </a:extLst>
          </p:cNvPr>
          <p:cNvSpPr/>
          <p:nvPr/>
        </p:nvSpPr>
        <p:spPr>
          <a:xfrm>
            <a:off x="3431845" y="2107692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02</a:t>
            </a:r>
            <a:endParaRPr lang="en-US" sz="85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68CB587B-959C-3042-5268-732709E1D343}"/>
              </a:ext>
            </a:extLst>
          </p:cNvPr>
          <p:cNvSpPr/>
          <p:nvPr/>
        </p:nvSpPr>
        <p:spPr>
          <a:xfrm>
            <a:off x="3980485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 dirty="0"/>
              <a:t>Automation &amp; Robotics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9DE061F7-2A9B-D2B0-EB6A-1F962ED8CD29}"/>
              </a:ext>
            </a:extLst>
          </p:cNvPr>
          <p:cNvSpPr/>
          <p:nvPr/>
        </p:nvSpPr>
        <p:spPr>
          <a:xfrm>
            <a:off x="3431845" y="245059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Robot cells, sensor brackets, automation enclosures, conveyors and fixtures.</a:t>
            </a: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462F76CD-4FF8-D827-8288-74A3C2350F5B}"/>
              </a:ext>
            </a:extLst>
          </p:cNvPr>
          <p:cNvSpPr/>
          <p:nvPr/>
        </p:nvSpPr>
        <p:spPr>
          <a:xfrm>
            <a:off x="3431845" y="2953512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5268E809-0982-1BBC-B615-ECDBB524E631}"/>
              </a:ext>
            </a:extLst>
          </p:cNvPr>
          <p:cNvSpPr/>
          <p:nvPr/>
        </p:nvSpPr>
        <p:spPr>
          <a:xfrm>
            <a:off x="6193333" y="187452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5C056EDD-F968-687E-83BD-6DB0750F55B4}"/>
              </a:ext>
            </a:extLst>
          </p:cNvPr>
          <p:cNvSpPr/>
          <p:nvPr/>
        </p:nvSpPr>
        <p:spPr>
          <a:xfrm>
            <a:off x="6357925" y="202082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51EF8C86-7D14-FC26-10C7-8B423536E34F}"/>
              </a:ext>
            </a:extLst>
          </p:cNvPr>
          <p:cNvSpPr/>
          <p:nvPr/>
        </p:nvSpPr>
        <p:spPr>
          <a:xfrm>
            <a:off x="6357925" y="2107692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03</a:t>
            </a:r>
            <a:endParaRPr lang="en-US" sz="850" dirty="0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CD02E7D0-A48E-814E-BA1A-7FAF501F4721}"/>
              </a:ext>
            </a:extLst>
          </p:cNvPr>
          <p:cNvSpPr/>
          <p:nvPr/>
        </p:nvSpPr>
        <p:spPr>
          <a:xfrm>
            <a:off x="6906565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 dirty="0"/>
              <a:t>Electrical Panels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B1208FCF-19DB-32B5-4C0D-C97D318FFB1A}"/>
              </a:ext>
            </a:extLst>
          </p:cNvPr>
          <p:cNvSpPr/>
          <p:nvPr/>
        </p:nvSpPr>
        <p:spPr>
          <a:xfrm>
            <a:off x="6357925" y="245059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Control cabinets, panel doors, gland plates, cable trays and busbar supports.</a:t>
            </a:r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77C69569-3B11-67EF-7D63-3DC5462FD7D5}"/>
              </a:ext>
            </a:extLst>
          </p:cNvPr>
          <p:cNvSpPr/>
          <p:nvPr/>
        </p:nvSpPr>
        <p:spPr>
          <a:xfrm>
            <a:off x="6357925" y="2953512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77F28445-B167-52A3-0B85-AAB6A7B4E675}"/>
              </a:ext>
            </a:extLst>
          </p:cNvPr>
          <p:cNvSpPr/>
          <p:nvPr/>
        </p:nvSpPr>
        <p:spPr>
          <a:xfrm>
            <a:off x="9119413" y="187452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23">
            <a:extLst>
              <a:ext uri="{FF2B5EF4-FFF2-40B4-BE49-F238E27FC236}">
                <a16:creationId xmlns:a16="http://schemas.microsoft.com/office/drawing/2014/main" id="{3CD2F8FE-AA7E-3E49-2F2F-649C5FB0EAEB}"/>
              </a:ext>
            </a:extLst>
          </p:cNvPr>
          <p:cNvSpPr/>
          <p:nvPr/>
        </p:nvSpPr>
        <p:spPr>
          <a:xfrm>
            <a:off x="9284005" y="2020824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0B589091-82F5-321D-850F-76D06B56A2D0}"/>
              </a:ext>
            </a:extLst>
          </p:cNvPr>
          <p:cNvSpPr/>
          <p:nvPr/>
        </p:nvSpPr>
        <p:spPr>
          <a:xfrm>
            <a:off x="9284005" y="2107692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04</a:t>
            </a:r>
            <a:endParaRPr lang="en-US" sz="85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1B48B16A-D5ED-9120-174B-BFA7EA9144AC}"/>
              </a:ext>
            </a:extLst>
          </p:cNvPr>
          <p:cNvSpPr/>
          <p:nvPr/>
        </p:nvSpPr>
        <p:spPr>
          <a:xfrm>
            <a:off x="9832645" y="2020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 dirty="0"/>
              <a:t>Medical Equipment</a:t>
            </a:r>
          </a:p>
        </p:txBody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88DE7552-0E36-26CC-A87B-1804170C02D9}"/>
              </a:ext>
            </a:extLst>
          </p:cNvPr>
          <p:cNvSpPr/>
          <p:nvPr/>
        </p:nvSpPr>
        <p:spPr>
          <a:xfrm>
            <a:off x="9284005" y="245059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Clean sheet-metal parts, covers, carts, brackets and equipment enclosures.</a:t>
            </a:r>
          </a:p>
        </p:txBody>
      </p:sp>
      <p:sp>
        <p:nvSpPr>
          <p:cNvPr id="68" name="Shape 27">
            <a:extLst>
              <a:ext uri="{FF2B5EF4-FFF2-40B4-BE49-F238E27FC236}">
                <a16:creationId xmlns:a16="http://schemas.microsoft.com/office/drawing/2014/main" id="{4D0A17DC-F4EE-B149-1AEE-646CE5B5C466}"/>
              </a:ext>
            </a:extLst>
          </p:cNvPr>
          <p:cNvSpPr/>
          <p:nvPr/>
        </p:nvSpPr>
        <p:spPr>
          <a:xfrm>
            <a:off x="9284005" y="2953512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0D08D74A-3558-93DB-B5AA-94B01A719610}"/>
              </a:ext>
            </a:extLst>
          </p:cNvPr>
          <p:cNvSpPr/>
          <p:nvPr/>
        </p:nvSpPr>
        <p:spPr>
          <a:xfrm>
            <a:off x="341173" y="3465576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29">
            <a:extLst>
              <a:ext uri="{FF2B5EF4-FFF2-40B4-BE49-F238E27FC236}">
                <a16:creationId xmlns:a16="http://schemas.microsoft.com/office/drawing/2014/main" id="{2FA68802-F0CE-7927-8C99-3CBB2485BE0C}"/>
              </a:ext>
            </a:extLst>
          </p:cNvPr>
          <p:cNvSpPr/>
          <p:nvPr/>
        </p:nvSpPr>
        <p:spPr>
          <a:xfrm>
            <a:off x="505765" y="3611880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D53A6E55-13E2-0C06-CDE8-CF32EB4FA2D6}"/>
              </a:ext>
            </a:extLst>
          </p:cNvPr>
          <p:cNvSpPr/>
          <p:nvPr/>
        </p:nvSpPr>
        <p:spPr>
          <a:xfrm>
            <a:off x="505765" y="3698748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05</a:t>
            </a:r>
            <a:endParaRPr lang="en-US" sz="850" dirty="0"/>
          </a:p>
        </p:txBody>
      </p:sp>
      <p:sp>
        <p:nvSpPr>
          <p:cNvPr id="76" name="Text 31">
            <a:extLst>
              <a:ext uri="{FF2B5EF4-FFF2-40B4-BE49-F238E27FC236}">
                <a16:creationId xmlns:a16="http://schemas.microsoft.com/office/drawing/2014/main" id="{5971AC69-C86F-9159-7C17-0A5B1EE4B66A}"/>
              </a:ext>
            </a:extLst>
          </p:cNvPr>
          <p:cNvSpPr/>
          <p:nvPr/>
        </p:nvSpPr>
        <p:spPr>
          <a:xfrm>
            <a:off x="1054405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 dirty="0"/>
              <a:t>Automotive &amp; EV</a:t>
            </a:r>
          </a:p>
        </p:txBody>
      </p:sp>
      <p:sp>
        <p:nvSpPr>
          <p:cNvPr id="78" name="Text 32">
            <a:extLst>
              <a:ext uri="{FF2B5EF4-FFF2-40B4-BE49-F238E27FC236}">
                <a16:creationId xmlns:a16="http://schemas.microsoft.com/office/drawing/2014/main" id="{8EBE6B04-46C8-5073-AE66-43F411C6533E}"/>
              </a:ext>
            </a:extLst>
          </p:cNvPr>
          <p:cNvSpPr/>
          <p:nvPr/>
        </p:nvSpPr>
        <p:spPr>
          <a:xfrm>
            <a:off x="505765" y="404164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Prototype parts, production brackets, battery support plates and assembly fixtures.</a:t>
            </a:r>
          </a:p>
        </p:txBody>
      </p:sp>
      <p:sp>
        <p:nvSpPr>
          <p:cNvPr id="80" name="Shape 33">
            <a:extLst>
              <a:ext uri="{FF2B5EF4-FFF2-40B4-BE49-F238E27FC236}">
                <a16:creationId xmlns:a16="http://schemas.microsoft.com/office/drawing/2014/main" id="{943182CF-680B-B5AE-56CA-E01F928C783E}"/>
              </a:ext>
            </a:extLst>
          </p:cNvPr>
          <p:cNvSpPr/>
          <p:nvPr/>
        </p:nvSpPr>
        <p:spPr>
          <a:xfrm>
            <a:off x="505765" y="4544568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34">
            <a:extLst>
              <a:ext uri="{FF2B5EF4-FFF2-40B4-BE49-F238E27FC236}">
                <a16:creationId xmlns:a16="http://schemas.microsoft.com/office/drawing/2014/main" id="{6D765E7C-77EC-67BC-40C5-F5A4BCECBC06}"/>
              </a:ext>
            </a:extLst>
          </p:cNvPr>
          <p:cNvSpPr/>
          <p:nvPr/>
        </p:nvSpPr>
        <p:spPr>
          <a:xfrm>
            <a:off x="3267253" y="3465576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35">
            <a:extLst>
              <a:ext uri="{FF2B5EF4-FFF2-40B4-BE49-F238E27FC236}">
                <a16:creationId xmlns:a16="http://schemas.microsoft.com/office/drawing/2014/main" id="{9A97C55E-0E84-92AC-81D1-39368C118AB7}"/>
              </a:ext>
            </a:extLst>
          </p:cNvPr>
          <p:cNvSpPr/>
          <p:nvPr/>
        </p:nvSpPr>
        <p:spPr>
          <a:xfrm>
            <a:off x="3431845" y="3611880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36">
            <a:extLst>
              <a:ext uri="{FF2B5EF4-FFF2-40B4-BE49-F238E27FC236}">
                <a16:creationId xmlns:a16="http://schemas.microsoft.com/office/drawing/2014/main" id="{02A6B7AF-2F5B-57EF-0F57-11CC541C69AC}"/>
              </a:ext>
            </a:extLst>
          </p:cNvPr>
          <p:cNvSpPr/>
          <p:nvPr/>
        </p:nvSpPr>
        <p:spPr>
          <a:xfrm>
            <a:off x="3431845" y="3698748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06</a:t>
            </a:r>
            <a:endParaRPr lang="en-US" sz="850" dirty="0"/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750D781F-B817-8FA4-3A7C-978C37484E0E}"/>
              </a:ext>
            </a:extLst>
          </p:cNvPr>
          <p:cNvSpPr/>
          <p:nvPr/>
        </p:nvSpPr>
        <p:spPr>
          <a:xfrm>
            <a:off x="3980485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 dirty="0"/>
              <a:t>Aerospace &amp; Defense</a:t>
            </a:r>
          </a:p>
        </p:txBody>
      </p:sp>
      <p:sp>
        <p:nvSpPr>
          <p:cNvPr id="90" name="Text 38">
            <a:extLst>
              <a:ext uri="{FF2B5EF4-FFF2-40B4-BE49-F238E27FC236}">
                <a16:creationId xmlns:a16="http://schemas.microsoft.com/office/drawing/2014/main" id="{6D4B7C08-B32B-D2FD-0AD2-51E170D9729D}"/>
              </a:ext>
            </a:extLst>
          </p:cNvPr>
          <p:cNvSpPr/>
          <p:nvPr/>
        </p:nvSpPr>
        <p:spPr>
          <a:xfrm>
            <a:off x="3431845" y="404164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High-accuracy plates, brackets, covers and low-volume precision fabrication.</a:t>
            </a:r>
          </a:p>
        </p:txBody>
      </p:sp>
      <p:sp>
        <p:nvSpPr>
          <p:cNvPr id="92" name="Shape 39">
            <a:extLst>
              <a:ext uri="{FF2B5EF4-FFF2-40B4-BE49-F238E27FC236}">
                <a16:creationId xmlns:a16="http://schemas.microsoft.com/office/drawing/2014/main" id="{E7AFC81F-0965-4F69-B0A3-CF04152BB23D}"/>
              </a:ext>
            </a:extLst>
          </p:cNvPr>
          <p:cNvSpPr/>
          <p:nvPr/>
        </p:nvSpPr>
        <p:spPr>
          <a:xfrm>
            <a:off x="3431845" y="4544568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40">
            <a:extLst>
              <a:ext uri="{FF2B5EF4-FFF2-40B4-BE49-F238E27FC236}">
                <a16:creationId xmlns:a16="http://schemas.microsoft.com/office/drawing/2014/main" id="{FD934917-65BE-67F4-7050-5DF2230438F1}"/>
              </a:ext>
            </a:extLst>
          </p:cNvPr>
          <p:cNvSpPr/>
          <p:nvPr/>
        </p:nvSpPr>
        <p:spPr>
          <a:xfrm>
            <a:off x="6193333" y="3465576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41">
            <a:extLst>
              <a:ext uri="{FF2B5EF4-FFF2-40B4-BE49-F238E27FC236}">
                <a16:creationId xmlns:a16="http://schemas.microsoft.com/office/drawing/2014/main" id="{413BEFC3-C8FC-C083-F011-12E969A1D94E}"/>
              </a:ext>
            </a:extLst>
          </p:cNvPr>
          <p:cNvSpPr/>
          <p:nvPr/>
        </p:nvSpPr>
        <p:spPr>
          <a:xfrm>
            <a:off x="6357925" y="3611880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42">
            <a:extLst>
              <a:ext uri="{FF2B5EF4-FFF2-40B4-BE49-F238E27FC236}">
                <a16:creationId xmlns:a16="http://schemas.microsoft.com/office/drawing/2014/main" id="{5C6DAF79-7900-ACD3-467A-93C2BBA1A764}"/>
              </a:ext>
            </a:extLst>
          </p:cNvPr>
          <p:cNvSpPr/>
          <p:nvPr/>
        </p:nvSpPr>
        <p:spPr>
          <a:xfrm>
            <a:off x="6357925" y="3698748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07</a:t>
            </a:r>
            <a:endParaRPr lang="en-US" sz="850" dirty="0"/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AF4E765D-A351-B3BC-E279-BC67919B8CFC}"/>
              </a:ext>
            </a:extLst>
          </p:cNvPr>
          <p:cNvSpPr/>
          <p:nvPr/>
        </p:nvSpPr>
        <p:spPr>
          <a:xfrm>
            <a:off x="6906565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 dirty="0"/>
              <a:t>Architecture &amp; Interiors</a:t>
            </a:r>
          </a:p>
        </p:txBody>
      </p:sp>
      <p:sp>
        <p:nvSpPr>
          <p:cNvPr id="102" name="Text 44">
            <a:extLst>
              <a:ext uri="{FF2B5EF4-FFF2-40B4-BE49-F238E27FC236}">
                <a16:creationId xmlns:a16="http://schemas.microsoft.com/office/drawing/2014/main" id="{DB58D464-1DE7-DA65-6912-C4DF839E7400}"/>
              </a:ext>
            </a:extLst>
          </p:cNvPr>
          <p:cNvSpPr/>
          <p:nvPr/>
        </p:nvSpPr>
        <p:spPr>
          <a:xfrm>
            <a:off x="6357925" y="404164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Decorative panels, signage, partitions, railings and custom metal features.</a:t>
            </a:r>
          </a:p>
        </p:txBody>
      </p:sp>
      <p:sp>
        <p:nvSpPr>
          <p:cNvPr id="104" name="Shape 45">
            <a:extLst>
              <a:ext uri="{FF2B5EF4-FFF2-40B4-BE49-F238E27FC236}">
                <a16:creationId xmlns:a16="http://schemas.microsoft.com/office/drawing/2014/main" id="{398F84E5-65BB-DB33-5424-D4DDDEBA7674}"/>
              </a:ext>
            </a:extLst>
          </p:cNvPr>
          <p:cNvSpPr/>
          <p:nvPr/>
        </p:nvSpPr>
        <p:spPr>
          <a:xfrm>
            <a:off x="6357925" y="4544568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46">
            <a:extLst>
              <a:ext uri="{FF2B5EF4-FFF2-40B4-BE49-F238E27FC236}">
                <a16:creationId xmlns:a16="http://schemas.microsoft.com/office/drawing/2014/main" id="{AC50BDA2-6DB3-4CCD-885C-BAAF15DECD86}"/>
              </a:ext>
            </a:extLst>
          </p:cNvPr>
          <p:cNvSpPr/>
          <p:nvPr/>
        </p:nvSpPr>
        <p:spPr>
          <a:xfrm>
            <a:off x="9119413" y="3465576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47">
            <a:extLst>
              <a:ext uri="{FF2B5EF4-FFF2-40B4-BE49-F238E27FC236}">
                <a16:creationId xmlns:a16="http://schemas.microsoft.com/office/drawing/2014/main" id="{B3EE6E75-E7E6-EAA7-1DC5-69A31B659DE1}"/>
              </a:ext>
            </a:extLst>
          </p:cNvPr>
          <p:cNvSpPr/>
          <p:nvPr/>
        </p:nvSpPr>
        <p:spPr>
          <a:xfrm>
            <a:off x="9284005" y="3611880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48">
            <a:extLst>
              <a:ext uri="{FF2B5EF4-FFF2-40B4-BE49-F238E27FC236}">
                <a16:creationId xmlns:a16="http://schemas.microsoft.com/office/drawing/2014/main" id="{EE63F0BE-6540-9E02-5B5B-441E905BAC01}"/>
              </a:ext>
            </a:extLst>
          </p:cNvPr>
          <p:cNvSpPr/>
          <p:nvPr/>
        </p:nvSpPr>
        <p:spPr>
          <a:xfrm>
            <a:off x="9284005" y="3698748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</a:rPr>
              <a:t>08</a:t>
            </a:r>
            <a:endParaRPr lang="en-US" sz="850" dirty="0"/>
          </a:p>
        </p:txBody>
      </p:sp>
      <p:sp>
        <p:nvSpPr>
          <p:cNvPr id="112" name="Text 49">
            <a:extLst>
              <a:ext uri="{FF2B5EF4-FFF2-40B4-BE49-F238E27FC236}">
                <a16:creationId xmlns:a16="http://schemas.microsoft.com/office/drawing/2014/main" id="{A7DAB5B1-AF46-6DDF-0A8E-8C9C96D1445E}"/>
              </a:ext>
            </a:extLst>
          </p:cNvPr>
          <p:cNvSpPr/>
          <p:nvPr/>
        </p:nvSpPr>
        <p:spPr>
          <a:xfrm>
            <a:off x="9832645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 dirty="0"/>
              <a:t>Product Development</a:t>
            </a:r>
          </a:p>
        </p:txBody>
      </p:sp>
      <p:sp>
        <p:nvSpPr>
          <p:cNvPr id="114" name="Text 50">
            <a:extLst>
              <a:ext uri="{FF2B5EF4-FFF2-40B4-BE49-F238E27FC236}">
                <a16:creationId xmlns:a16="http://schemas.microsoft.com/office/drawing/2014/main" id="{9C4D2410-66E1-0DA1-D8A1-DB00E595121A}"/>
              </a:ext>
            </a:extLst>
          </p:cNvPr>
          <p:cNvSpPr/>
          <p:nvPr/>
        </p:nvSpPr>
        <p:spPr>
          <a:xfrm>
            <a:off x="9284005" y="404164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2F2F36"/>
                </a:solidFill>
              </a:rPr>
              <a:t>Fast prototypes, DFM support, pilot builds and repeatable small-batch production.</a:t>
            </a:r>
          </a:p>
        </p:txBody>
      </p:sp>
      <p:sp>
        <p:nvSpPr>
          <p:cNvPr id="116" name="Shape 51">
            <a:extLst>
              <a:ext uri="{FF2B5EF4-FFF2-40B4-BE49-F238E27FC236}">
                <a16:creationId xmlns:a16="http://schemas.microsoft.com/office/drawing/2014/main" id="{3839A6E1-4E90-CC3A-2F1C-B6FDFE28550D}"/>
              </a:ext>
            </a:extLst>
          </p:cNvPr>
          <p:cNvSpPr/>
          <p:nvPr/>
        </p:nvSpPr>
        <p:spPr>
          <a:xfrm>
            <a:off x="9284005" y="4544568"/>
            <a:ext cx="2368296" cy="0"/>
          </a:xfrm>
          <a:prstGeom prst="line">
            <a:avLst/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52">
            <a:extLst>
              <a:ext uri="{FF2B5EF4-FFF2-40B4-BE49-F238E27FC236}">
                <a16:creationId xmlns:a16="http://schemas.microsoft.com/office/drawing/2014/main" id="{F2E625F5-3EC2-C373-411F-184E706F78E2}"/>
              </a:ext>
            </a:extLst>
          </p:cNvPr>
          <p:cNvSpPr/>
          <p:nvPr/>
        </p:nvSpPr>
        <p:spPr>
          <a:xfrm>
            <a:off x="723900" y="5285232"/>
            <a:ext cx="10744200" cy="502920"/>
          </a:xfrm>
          <a:prstGeom prst="roundRect">
            <a:avLst>
              <a:gd name="adj" fmla="val 14545"/>
            </a:avLst>
          </a:prstGeom>
          <a:solidFill>
            <a:srgbClr val="F7F7F8"/>
          </a:solidFill>
          <a:ln w="10160">
            <a:solidFill>
              <a:srgbClr val="E0E0E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0" name="Text 53">
            <a:extLst>
              <a:ext uri="{FF2B5EF4-FFF2-40B4-BE49-F238E27FC236}">
                <a16:creationId xmlns:a16="http://schemas.microsoft.com/office/drawing/2014/main" id="{1191E0FB-E650-9AD5-DEE0-78DF563D62A3}"/>
              </a:ext>
            </a:extLst>
          </p:cNvPr>
          <p:cNvSpPr/>
          <p:nvPr/>
        </p:nvSpPr>
        <p:spPr>
          <a:xfrm>
            <a:off x="952500" y="54223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2F2F36"/>
                </a:solidFill>
              </a:rPr>
              <a:t>Ideal for customers who need quality, speed and engineering support — not just cutting.</a:t>
            </a:r>
          </a:p>
        </p:txBody>
      </p:sp>
    </p:spTree>
    <p:extLst>
      <p:ext uri="{BB962C8B-B14F-4D97-AF65-F5344CB8AC3E}">
        <p14:creationId xmlns:p14="http://schemas.microsoft.com/office/powerpoint/2010/main" val="3131823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68580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278892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LET’S BUILD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BETTER SHEET-METAL PARTS.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057400" y="4069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9CE"/>
                </a:solidFill>
              </a:rPr>
              <a:t>Laser Cutting • CNC Bending • Fabrication Support • Quality Documentation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46120" y="5760087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C9CE"/>
                </a:solidFill>
              </a:rPr>
              <a:t>Phone: 7975525982 / Email: spindelx @gmail.com/ Website: www.spindelx.com</a:t>
            </a:r>
            <a:endParaRPr lang="en-US" sz="10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AD46CD-2C86-CFD5-4B9F-34CC3636EC54}"/>
              </a:ext>
            </a:extLst>
          </p:cNvPr>
          <p:cNvGrpSpPr/>
          <p:nvPr/>
        </p:nvGrpSpPr>
        <p:grpSpPr>
          <a:xfrm>
            <a:off x="4297680" y="5431431"/>
            <a:ext cx="3611880" cy="268181"/>
            <a:chOff x="4297680" y="5431431"/>
            <a:chExt cx="3611880" cy="268181"/>
          </a:xfrm>
        </p:grpSpPr>
        <p:sp>
          <p:nvSpPr>
            <p:cNvPr id="5" name="Text 2"/>
            <p:cNvSpPr/>
            <p:nvPr/>
          </p:nvSpPr>
          <p:spPr>
            <a:xfrm>
              <a:off x="4297680" y="5431431"/>
              <a:ext cx="36118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C400"/>
                  </a:solidFill>
                </a:rPr>
                <a:t>                  | Mysore</a:t>
              </a:r>
              <a:endParaRPr lang="en-US" sz="13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64DA528-6896-BAB7-3CB2-24AA79EE1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1087" y="5440619"/>
              <a:ext cx="789805" cy="2589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916</Words>
  <Application>Microsoft Office PowerPoint</Application>
  <PresentationFormat>Widescreen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SPINDELX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SPINDELX Laser Cutting &amp; CNC Bending</dc:title>
  <dc:subject>Laser Cutting and Bending Customer Capability Deck</dc:subject>
  <dc:creator>SPINDELX</dc:creator>
  <cp:lastModifiedBy>Chetan Somashekar</cp:lastModifiedBy>
  <cp:revision>12</cp:revision>
  <dcterms:created xsi:type="dcterms:W3CDTF">2026-06-11T19:28:20Z</dcterms:created>
  <dcterms:modified xsi:type="dcterms:W3CDTF">2026-06-12T19:35:23Z</dcterms:modified>
</cp:coreProperties>
</file>